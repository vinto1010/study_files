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778" r:id="rId13"/>
  </p:sldMasterIdLst>
  <p:notesMasterIdLst>
    <p:notesMasterId r:id="rId17"/>
  </p:notesMasterIdLst>
  <p:handoutMasterIdLst>
    <p:handoutMasterId r:id="rId15"/>
  </p:handoutMasterIdLst>
  <p:sldIdLst>
    <p:sldId id="256" r:id="rId19"/>
    <p:sldId id="272" r:id="rId21"/>
    <p:sldId id="258" r:id="rId22"/>
    <p:sldId id="261" r:id="rId23"/>
    <p:sldId id="259" r:id="rId24"/>
    <p:sldId id="268" r:id="rId25"/>
    <p:sldId id="260" r:id="rId26"/>
    <p:sldId id="263" r:id="rId27"/>
    <p:sldId id="264" r:id="rId28"/>
    <p:sldId id="265" r:id="rId29"/>
    <p:sldId id="266" r:id="rId30"/>
    <p:sldId id="267" r:id="rId31"/>
    <p:sldId id="269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8001" autoAdjust="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9" d="100"/>
          <a:sy n="79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handoutMaster" Target="handoutMasters/handoutMaster1.xml"></Relationship><Relationship Id="rId17" Type="http://schemas.openxmlformats.org/officeDocument/2006/relationships/notesMaster" Target="notesMasters/notesMaster1.xml"></Relationship><Relationship Id="rId19" Type="http://schemas.openxmlformats.org/officeDocument/2006/relationships/slide" Target="slides/slide1.xml"></Relationship><Relationship Id="rId21" Type="http://schemas.openxmlformats.org/officeDocument/2006/relationships/slide" Target="slides/slide2.xml"></Relationship><Relationship Id="rId22" Type="http://schemas.openxmlformats.org/officeDocument/2006/relationships/slide" Target="slides/slide3.xml"></Relationship><Relationship Id="rId23" Type="http://schemas.openxmlformats.org/officeDocument/2006/relationships/slide" Target="slides/slide4.xml"></Relationship><Relationship Id="rId24" Type="http://schemas.openxmlformats.org/officeDocument/2006/relationships/slide" Target="slides/slide5.xml"></Relationship><Relationship Id="rId25" Type="http://schemas.openxmlformats.org/officeDocument/2006/relationships/slide" Target="slides/slide6.xml"></Relationship><Relationship Id="rId26" Type="http://schemas.openxmlformats.org/officeDocument/2006/relationships/slide" Target="slides/slide7.xml"></Relationship><Relationship Id="rId27" Type="http://schemas.openxmlformats.org/officeDocument/2006/relationships/slide" Target="slides/slide8.xml"></Relationship><Relationship Id="rId28" Type="http://schemas.openxmlformats.org/officeDocument/2006/relationships/slide" Target="slides/slide9.xml"></Relationship><Relationship Id="rId29" Type="http://schemas.openxmlformats.org/officeDocument/2006/relationships/slide" Target="slides/slide10.xml"></Relationship><Relationship Id="rId30" Type="http://schemas.openxmlformats.org/officeDocument/2006/relationships/slide" Target="slides/slide11.xml"></Relationship><Relationship Id="rId31" Type="http://schemas.openxmlformats.org/officeDocument/2006/relationships/slide" Target="slides/slide12.xml"></Relationship><Relationship Id="rId32" Type="http://schemas.openxmlformats.org/officeDocument/2006/relationships/slide" Target="slides/slide13.xml"></Relationship><Relationship Id="rId33" Type="http://schemas.openxmlformats.org/officeDocument/2006/relationships/viewProps" Target="viewProps.xml"></Relationship><Relationship Id="rId34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3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slideLayouts/_rels/slideLayout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000" cy="165544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712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35229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59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10055"/>
            <a:ext cx="10515600" cy="285242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780"/>
            <a:ext cx="10515600" cy="149987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575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65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65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817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40105" y="365125"/>
            <a:ext cx="10515600" cy="132588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40105" y="1681480"/>
            <a:ext cx="5157470" cy="8235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40105" y="2505075"/>
            <a:ext cx="5157470" cy="368490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480"/>
            <a:ext cx="5183505" cy="8235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505" cy="368490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0797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173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670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40105" y="457200"/>
            <a:ext cx="39319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505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40105" y="2057400"/>
            <a:ext cx="3931920" cy="38119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778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40105" y="457200"/>
            <a:ext cx="39319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505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40105" y="2057400"/>
            <a:ext cx="3931920" cy="38119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84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6235" cy="435229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5760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215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215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14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slideLayout" Target="../slideLayouts/slideLayout3.xml"></Relationship><Relationship Id="rId4" Type="http://schemas.openxmlformats.org/officeDocument/2006/relationships/slideLayout" Target="../slideLayouts/slideLayout4.xml"></Relationship><Relationship Id="rId5" Type="http://schemas.openxmlformats.org/officeDocument/2006/relationships/slideLayout" Target="../slideLayouts/slideLayout5.xml"></Relationship><Relationship Id="rId6" Type="http://schemas.openxmlformats.org/officeDocument/2006/relationships/slideLayout" Target="../slideLayouts/slideLayout6.xml"></Relationship><Relationship Id="rId7" Type="http://schemas.openxmlformats.org/officeDocument/2006/relationships/slideLayout" Target="../slideLayouts/slideLayout7.xml"></Relationship><Relationship Id="rId8" Type="http://schemas.openxmlformats.org/officeDocument/2006/relationships/slideLayout" Target="../slideLayouts/slideLayout8.xml"></Relationship><Relationship Id="rId9" Type="http://schemas.openxmlformats.org/officeDocument/2006/relationships/slideLayout" Target="../slideLayouts/slideLayout9.xml"></Relationship><Relationship Id="rId10" Type="http://schemas.openxmlformats.org/officeDocument/2006/relationships/slideLayout" Target="../slideLayouts/slideLayout10.xml"></Relationship><Relationship Id="rId11" Type="http://schemas.openxmlformats.org/officeDocument/2006/relationships/slideLayout" Target="../slideLayouts/slideLayout11.xml"></Relationship><Relationship Id="rId12" Type="http://schemas.openxmlformats.org/officeDocument/2006/relationships/theme" Target="../theme/theme1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3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7.xml.rels><?xml version="1.0" encoding="UTF-8"?>
<Relationships xmlns="http://schemas.openxmlformats.org/package/2006/relationships"><Relationship Id="rId2" Type="http://schemas.openxmlformats.org/officeDocument/2006/relationships/image" Target="../media/fImage22448016241.png"></Relationship><Relationship Id="rId3" Type="http://schemas.openxmlformats.org/officeDocument/2006/relationships/image" Target="../media/fImage214361648467.png"></Relationship><Relationship Id="rId4" Type="http://schemas.openxmlformats.org/officeDocument/2006/relationships/slideLayout" Target="../slideLayouts/slideLayout2.xml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5001116941.png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807201748467.png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619961786334.png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260781816500.png"></Relationship></Relationships>
</file>

<file path=ppt/slides/_rels/slide1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623031849169.png"></Relationship></Relationships>
</file>

<file path=ppt/slides/_rels/slide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5270" cy="2388870"/>
          </a:xfrm>
        </p:spPr>
        <p:txBody>
          <a:bodyPr wrap="square" lIns="91440" tIns="45720" rIns="91440" bIns="45720" numCol="1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ko-KR" altLang="en-US" b="1">
                <a:latin typeface="함초롬돋움" charset="0"/>
                <a:ea typeface="함초롬돋움" charset="0"/>
              </a:rPr>
              <a:t>AI를 이용한</a:t>
            </a:r>
            <a:r>
              <a:rPr lang="ko-KR" altLang="en-US" b="1">
                <a:latin typeface="함초롬돋움" charset="0"/>
                <a:ea typeface="함초롬돋움" charset="0"/>
              </a:rPr>
              <a:t/>
            </a:r>
            <a:br>
              <a:rPr lang="ko-KR" altLang="en-US" b="1">
                <a:latin typeface="함초롬돋움" charset="0"/>
                <a:ea typeface="함초롬돋움" charset="0"/>
              </a:rPr>
            </a:br>
            <a:r>
              <a:rPr lang="ko-KR" altLang="en-US" b="1">
                <a:latin typeface="함초롬돋움" charset="0"/>
                <a:ea typeface="함초롬돋움" charset="0"/>
              </a:rPr>
              <a:t>T</a:t>
            </a:r>
            <a:r>
              <a:rPr lang="ko-KR" altLang="en-US" b="1">
                <a:latin typeface="함초롬돋움" charset="0"/>
                <a:ea typeface="함초롬돋움" charset="0"/>
              </a:rPr>
              <a:t>RPG</a:t>
            </a:r>
            <a:r>
              <a:rPr lang="ko-KR" altLang="en-US" b="1">
                <a:latin typeface="함초롬돋움" charset="0"/>
                <a:ea typeface="함초롬돋움" charset="0"/>
              </a:rPr>
              <a:t> 게임 제작</a:t>
            </a:r>
            <a:endParaRPr lang="ko-KR" altLang="en-US" b="1">
              <a:latin typeface="함초롬돋움" charset="0"/>
              <a:ea typeface="함초롬돋움" charset="0"/>
            </a:endParaRPr>
          </a:p>
        </p:txBody>
      </p:sp>
      <p:sp>
        <p:nvSpPr>
          <p:cNvPr id="3" name="부제목 2"/>
          <p:cNvSpPr txBox="1">
            <a:spLocks noGrp="1"/>
          </p:cNvSpPr>
          <p:nvPr>
            <p:ph type="subTitle" idx="1"/>
          </p:nvPr>
        </p:nvSpPr>
        <p:spPr>
          <a:xfrm rot="0">
            <a:off x="1524000" y="3596005"/>
            <a:ext cx="9145270" cy="165671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ko-KR" altLang="en-US"/>
              <a:t>2025110985</a:t>
            </a:r>
            <a:endParaRPr lang="ko-KR" altLang="en-US"/>
          </a:p>
          <a:p>
            <a:pPr marL="0" indent="0">
              <a:buFontTx/>
              <a:buNone/>
            </a:pPr>
            <a:r>
              <a:rPr lang="ko-KR" altLang="en-US"/>
              <a:t>인공지능공학전공 정윤하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/>
              <a:t>T</a:t>
            </a:r>
            <a:r>
              <a:rPr lang="ko-KR" altLang="en-US"/>
              <a:t>RPG</a:t>
            </a:r>
            <a:endParaRPr lang="ko-KR" altLang="en-US"/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435229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Tx/>
              <a:buNone/>
            </a:pPr>
            <a:r>
              <a:rPr lang="ko-KR" altLang="en-US"/>
              <a:t>여러 </a:t>
            </a:r>
            <a:r>
              <a:rPr lang="ko-KR" altLang="en-US"/>
              <a:t>사람</a:t>
            </a:r>
            <a:r>
              <a:rPr lang="ko-KR" altLang="en-US"/>
              <a:t>이 </a:t>
            </a:r>
            <a:r>
              <a:rPr lang="ko-KR" altLang="en-US"/>
              <a:t>모</a:t>
            </a:r>
            <a:r>
              <a:rPr lang="ko-KR" altLang="en-US"/>
              <a:t>여 </a:t>
            </a:r>
            <a:r>
              <a:rPr lang="ko-KR" altLang="en-US"/>
              <a:t>서</a:t>
            </a:r>
            <a:r>
              <a:rPr lang="ko-KR" altLang="en-US"/>
              <a:t>로 </a:t>
            </a:r>
            <a:r>
              <a:rPr lang="ko-KR" altLang="en-US"/>
              <a:t>대화</a:t>
            </a:r>
            <a:r>
              <a:rPr lang="ko-KR" altLang="en-US"/>
              <a:t>를 </a:t>
            </a:r>
            <a:r>
              <a:rPr lang="ko-KR" altLang="en-US"/>
              <a:t>통</a:t>
            </a:r>
            <a:r>
              <a:rPr lang="ko-KR" altLang="en-US"/>
              <a:t>해 </a:t>
            </a:r>
            <a:r>
              <a:rPr lang="ko-KR" altLang="en-US"/>
              <a:t>이야기</a:t>
            </a:r>
            <a:r>
              <a:rPr lang="ko-KR" altLang="en-US"/>
              <a:t>를 </a:t>
            </a:r>
            <a:r>
              <a:rPr lang="ko-KR" altLang="en-US"/>
              <a:t>만들어가</a:t>
            </a:r>
            <a:r>
              <a:rPr lang="ko-KR" altLang="en-US"/>
              <a:t>는 </a:t>
            </a:r>
            <a:r>
              <a:rPr lang="ko-KR" altLang="en-US"/>
              <a:t>게</a:t>
            </a:r>
            <a:r>
              <a:rPr lang="ko-KR" altLang="en-US"/>
              <a:t>임</a:t>
            </a:r>
            <a:endParaRPr lang="ko-KR" altLang="en-US"/>
          </a:p>
          <a:p>
            <a:pPr marL="228600" indent="-228600">
              <a:buFontTx/>
              <a:buNone/>
            </a:pPr>
            <a:endParaRPr lang="ko-KR" altLang="en-US"/>
          </a:p>
          <a:p>
            <a:pPr marL="228600" indent="-228600">
              <a:buFontTx/>
              <a:buNone/>
            </a:pPr>
            <a:r>
              <a:rPr lang="ko-KR" altLang="en-US"/>
              <a:t>대화를 </a:t>
            </a:r>
            <a:r>
              <a:rPr lang="ko-KR" altLang="en-US"/>
              <a:t>통</a:t>
            </a:r>
            <a:r>
              <a:rPr lang="ko-KR" altLang="en-US"/>
              <a:t>해 </a:t>
            </a:r>
            <a:r>
              <a:rPr lang="ko-KR" altLang="en-US"/>
              <a:t>만들어가</a:t>
            </a:r>
            <a:r>
              <a:rPr lang="ko-KR" altLang="en-US"/>
              <a:t>기 </a:t>
            </a:r>
            <a:r>
              <a:rPr lang="ko-KR" altLang="en-US"/>
              <a:t>때문</a:t>
            </a:r>
            <a:r>
              <a:rPr lang="ko-KR" altLang="en-US"/>
              <a:t>에 </a:t>
            </a:r>
            <a:r>
              <a:rPr lang="ko-KR" altLang="en-US"/>
              <a:t>자유도</a:t>
            </a:r>
            <a:r>
              <a:rPr lang="ko-KR" altLang="en-US"/>
              <a:t>가 </a:t>
            </a:r>
            <a:r>
              <a:rPr lang="ko-KR" altLang="en-US"/>
              <a:t>높</a:t>
            </a:r>
            <a:r>
              <a:rPr lang="ko-KR" altLang="en-US"/>
              <a:t>고 </a:t>
            </a:r>
            <a:r>
              <a:rPr lang="ko-KR" altLang="en-US"/>
              <a:t>주사위</a:t>
            </a:r>
            <a:r>
              <a:rPr lang="ko-KR" altLang="en-US"/>
              <a:t>를 </a:t>
            </a:r>
            <a:r>
              <a:rPr lang="ko-KR" altLang="en-US"/>
              <a:t>통</a:t>
            </a:r>
            <a:r>
              <a:rPr lang="ko-KR" altLang="en-US"/>
              <a:t>한</a:t>
            </a:r>
            <a:endParaRPr lang="ko-KR" altLang="en-US"/>
          </a:p>
          <a:p>
            <a:pPr marL="228600" indent="-228600">
              <a:buFontTx/>
              <a:buNone/>
            </a:pPr>
            <a:r>
              <a:rPr lang="ko-KR" altLang="en-US"/>
              <a:t>판</a:t>
            </a:r>
            <a:r>
              <a:rPr lang="ko-KR" altLang="en-US"/>
              <a:t>정 </a:t>
            </a:r>
            <a:r>
              <a:rPr lang="ko-KR" altLang="en-US"/>
              <a:t>시스템</a:t>
            </a:r>
            <a:r>
              <a:rPr lang="ko-KR" altLang="en-US"/>
              <a:t>을 </a:t>
            </a:r>
            <a:r>
              <a:rPr lang="ko-KR" altLang="en-US"/>
              <a:t>통</a:t>
            </a:r>
            <a:r>
              <a:rPr lang="ko-KR" altLang="en-US"/>
              <a:t>해 </a:t>
            </a:r>
            <a:r>
              <a:rPr lang="ko-KR" altLang="en-US"/>
              <a:t>랜덤성</a:t>
            </a:r>
            <a:r>
              <a:rPr lang="ko-KR" altLang="en-US"/>
              <a:t>이 </a:t>
            </a:r>
            <a:r>
              <a:rPr lang="ko-KR" altLang="en-US"/>
              <a:t>있</a:t>
            </a:r>
            <a:r>
              <a:rPr lang="ko-KR" altLang="en-US"/>
              <a:t>음.</a:t>
            </a:r>
            <a:endParaRPr lang="ko-KR" altLang="en-US"/>
          </a:p>
          <a:p>
            <a:pPr marL="228600" indent="-228600">
              <a:buFontTx/>
              <a:buNone/>
            </a:pPr>
            <a:endParaRPr lang="ko-KR" altLang="en-US"/>
          </a:p>
          <a:p>
            <a:pPr marL="228600" indent="-228600">
              <a:buFontTx/>
              <a:buNone/>
            </a:pPr>
            <a:r>
              <a:rPr lang="ko-KR" altLang="en-US"/>
              <a:t>스토리</a:t>
            </a:r>
            <a:r>
              <a:rPr lang="ko-KR" altLang="en-US"/>
              <a:t>와 </a:t>
            </a:r>
            <a:r>
              <a:rPr lang="ko-KR" altLang="en-US"/>
              <a:t>진행</a:t>
            </a:r>
            <a:r>
              <a:rPr lang="ko-KR" altLang="en-US"/>
              <a:t>을 </a:t>
            </a:r>
            <a:r>
              <a:rPr lang="ko-KR" altLang="en-US"/>
              <a:t>담당하</a:t>
            </a:r>
            <a:r>
              <a:rPr lang="ko-KR" altLang="en-US"/>
              <a:t>는 </a:t>
            </a:r>
            <a:r>
              <a:rPr lang="ko-KR" altLang="en-US"/>
              <a:t>마스터</a:t>
            </a:r>
            <a:r>
              <a:rPr lang="ko-KR" altLang="en-US"/>
              <a:t>와 이야기속 </a:t>
            </a:r>
            <a:r>
              <a:rPr lang="ko-KR" altLang="en-US"/>
              <a:t>인물</a:t>
            </a:r>
            <a:r>
              <a:rPr lang="ko-KR" altLang="en-US"/>
              <a:t>이 </a:t>
            </a:r>
            <a:r>
              <a:rPr lang="ko-KR" altLang="en-US"/>
              <a:t>되</a:t>
            </a:r>
            <a:r>
              <a:rPr lang="ko-KR" altLang="en-US"/>
              <a:t>어</a:t>
            </a:r>
            <a:endParaRPr lang="ko-KR" altLang="en-US"/>
          </a:p>
          <a:p>
            <a:pPr marL="228600" indent="-228600">
              <a:buFontTx/>
              <a:buNone/>
            </a:pPr>
            <a:r>
              <a:rPr lang="ko-KR" altLang="en-US"/>
              <a:t>참여하는</a:t>
            </a:r>
            <a:r>
              <a:rPr lang="ko-KR" altLang="en-US"/>
              <a:t> 플레이어로 </a:t>
            </a:r>
            <a:r>
              <a:rPr lang="ko-KR" altLang="en-US"/>
              <a:t>나</a:t>
            </a:r>
            <a:r>
              <a:rPr lang="ko-KR" altLang="en-US"/>
              <a:t>뉨.</a:t>
            </a:r>
            <a:endParaRPr lang="ko-KR" altLang="en-US"/>
          </a:p>
          <a:p>
            <a:pPr marL="228600" indent="-228600">
              <a:buFontTx/>
              <a:buNone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71475"/>
            <a:ext cx="10517505" cy="132778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>
              <a:buFontTx/>
              <a:buNone/>
            </a:pPr>
            <a:r>
              <a:rPr lang="ko-KR" altLang="en-US"/>
              <a:t>개</a:t>
            </a:r>
            <a:r>
              <a:rPr lang="ko-KR" altLang="en-US"/>
              <a:t>념</a:t>
            </a:r>
            <a:r>
              <a:rPr lang="ko-KR" altLang="en-US"/>
              <a:t>도</a:t>
            </a:r>
            <a:endParaRPr lang="ko-KR" altLang="en-US"/>
          </a:p>
        </p:txBody>
      </p:sp>
      <p:sp>
        <p:nvSpPr>
          <p:cNvPr id="6" name="도형 4"/>
          <p:cNvSpPr>
            <a:spLocks/>
          </p:cNvSpPr>
          <p:nvPr/>
        </p:nvSpPr>
        <p:spPr>
          <a:xfrm rot="0">
            <a:off x="1057910" y="2503170"/>
            <a:ext cx="1663065" cy="1023620"/>
          </a:xfrm>
          <a:prstGeom prst="rect"/>
          <a:solidFill>
            <a:schemeClr val="accent1"/>
          </a:solidFill>
          <a:ln w="1905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Streamlit 앱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8" name="도형 6"/>
          <p:cNvSpPr>
            <a:spLocks/>
          </p:cNvSpPr>
          <p:nvPr/>
        </p:nvSpPr>
        <p:spPr>
          <a:xfrm rot="0">
            <a:off x="5561965" y="2501900"/>
            <a:ext cx="1753870" cy="1012190"/>
          </a:xfrm>
          <a:prstGeom prst="rect"/>
          <a:solidFill>
            <a:schemeClr val="accent1"/>
          </a:solidFill>
          <a:ln w="1905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800">
                <a:latin typeface="맑은 고딕" charset="0"/>
                <a:ea typeface="맑은 고딕" charset="0"/>
              </a:rPr>
              <a:t>G</a:t>
            </a:r>
            <a:r>
              <a:rPr lang="ko-KR" sz="1800">
                <a:latin typeface="맑은 고딕" charset="0"/>
                <a:ea typeface="맑은 고딕" charset="0"/>
              </a:rPr>
              <a:t>ame</a:t>
            </a:r>
            <a:r>
              <a:rPr lang="ko-KR" sz="1800">
                <a:latin typeface="맑은 고딕" charset="0"/>
                <a:ea typeface="맑은 고딕" charset="0"/>
              </a:rPr>
              <a:t>M</a:t>
            </a:r>
            <a:r>
              <a:rPr lang="ko-KR" sz="1800">
                <a:latin typeface="맑은 고딕" charset="0"/>
                <a:ea typeface="맑은 고딕" charset="0"/>
              </a:rPr>
              <a:t>anager</a:t>
            </a: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ctr" hangingPunct="1">
              <a:buFontTx/>
              <a:buNone/>
            </a:pPr>
            <a:r>
              <a:rPr lang="ko-KR" sz="1800">
                <a:latin typeface="맑은 고딕" charset="0"/>
                <a:ea typeface="맑은 고딕" charset="0"/>
              </a:rPr>
              <a:t>클래스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2" name="도형 1"/>
          <p:cNvSpPr>
            <a:spLocks/>
          </p:cNvSpPr>
          <p:nvPr/>
        </p:nvSpPr>
        <p:spPr>
          <a:xfrm rot="10800000">
            <a:off x="2861310" y="2868295"/>
            <a:ext cx="2560320" cy="292100"/>
          </a:xfrm>
          <a:prstGeom prst="rightArrow"/>
          <a:solidFill>
            <a:srgbClr val="FCCC00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3" name="도형 3"/>
          <p:cNvSpPr>
            <a:spLocks/>
          </p:cNvSpPr>
          <p:nvPr/>
        </p:nvSpPr>
        <p:spPr>
          <a:xfrm rot="0">
            <a:off x="9405620" y="2512060"/>
            <a:ext cx="1754505" cy="1012825"/>
          </a:xfrm>
          <a:prstGeom prst="rect"/>
          <a:solidFill>
            <a:srgbClr val="FC6600"/>
          </a:solidFill>
          <a:ln w="1905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800">
                <a:latin typeface="맑은 고딕" charset="0"/>
                <a:ea typeface="맑은 고딕" charset="0"/>
              </a:rPr>
              <a:t>Groq AI api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4" name="도형 4"/>
          <p:cNvSpPr>
            <a:spLocks/>
          </p:cNvSpPr>
          <p:nvPr/>
        </p:nvSpPr>
        <p:spPr>
          <a:xfrm rot="10800000">
            <a:off x="7496810" y="2878455"/>
            <a:ext cx="1764030" cy="292735"/>
          </a:xfrm>
          <a:prstGeom prst="rightArrow"/>
          <a:solidFill>
            <a:srgbClr val="FCCC00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5" name="도형 7"/>
          <p:cNvSpPr>
            <a:spLocks/>
          </p:cNvSpPr>
          <p:nvPr/>
        </p:nvSpPr>
        <p:spPr>
          <a:xfrm rot="0">
            <a:off x="1014730" y="4722495"/>
            <a:ext cx="1754505" cy="1012825"/>
          </a:xfrm>
          <a:prstGeom prst="rect"/>
          <a:ln w="1905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800">
                <a:latin typeface="맑은 고딕" charset="0"/>
                <a:ea typeface="맑은 고딕" charset="0"/>
              </a:rPr>
              <a:t>GameData</a:t>
            </a: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ctr" hangingPunct="1">
              <a:buFontTx/>
              <a:buNone/>
            </a:pPr>
            <a:r>
              <a:rPr lang="ko-KR" sz="1800">
                <a:latin typeface="맑은 고딕" charset="0"/>
                <a:ea typeface="맑은 고딕" charset="0"/>
              </a:rPr>
              <a:t>클래스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6" name="도형 17"/>
          <p:cNvSpPr>
            <a:spLocks/>
          </p:cNvSpPr>
          <p:nvPr/>
        </p:nvSpPr>
        <p:spPr>
          <a:xfrm rot="16200000" flipV="1">
            <a:off x="3881755" y="2595880"/>
            <a:ext cx="1932305" cy="4039870"/>
          </a:xfrm>
          <a:prstGeom prst="bentArrow">
            <a:avLst>
              <a:gd name="adj1" fmla="val 10742"/>
              <a:gd name="adj2" fmla="val 15715"/>
              <a:gd name="adj3" fmla="val 25000"/>
              <a:gd name="adj4" fmla="val 43750"/>
            </a:avLst>
          </a:prstGeom>
          <a:solidFill>
            <a:srgbClr val="FCCC00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7" name="도형 18"/>
          <p:cNvSpPr>
            <a:spLocks/>
          </p:cNvSpPr>
          <p:nvPr/>
        </p:nvSpPr>
        <p:spPr>
          <a:xfrm rot="0" flipH="1" flipV="1">
            <a:off x="2827020" y="3648075"/>
            <a:ext cx="3375660" cy="1679575"/>
          </a:xfrm>
          <a:prstGeom prst="bentArrow">
            <a:avLst>
              <a:gd name="adj1" fmla="val 10742"/>
              <a:gd name="adj2" fmla="val 15715"/>
              <a:gd name="adj3" fmla="val 25000"/>
              <a:gd name="adj4" fmla="val 43750"/>
            </a:avLst>
          </a:prstGeom>
          <a:solidFill>
            <a:srgbClr val="FCCC00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2" name="텍스트 상자 24"/>
          <p:cNvSpPr txBox="1">
            <a:spLocks/>
          </p:cNvSpPr>
          <p:nvPr/>
        </p:nvSpPr>
        <p:spPr>
          <a:xfrm rot="0">
            <a:off x="3089275" y="2430145"/>
            <a:ext cx="2602865" cy="40068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lang="ko-KR" sz="2000">
                <a:latin typeface="맑은 고딕" charset="0"/>
                <a:ea typeface="맑은 고딕" charset="0"/>
              </a:rPr>
              <a:t>T</a:t>
            </a:r>
            <a:r>
              <a:rPr lang="ko-KR" sz="2000">
                <a:latin typeface="맑은 고딕" charset="0"/>
                <a:ea typeface="맑은 고딕" charset="0"/>
              </a:rPr>
              <a:t>RPG</a:t>
            </a:r>
            <a:r>
              <a:rPr lang="ko-KR" sz="2000">
                <a:latin typeface="맑은 고딕" charset="0"/>
                <a:ea typeface="맑은 고딕" charset="0"/>
              </a:rPr>
              <a:t> 진행 </a:t>
            </a:r>
            <a:r>
              <a:rPr lang="ko-KR" sz="2000">
                <a:latin typeface="맑은 고딕" charset="0"/>
                <a:ea typeface="맑은 고딕" charset="0"/>
              </a:rPr>
              <a:t>제</a:t>
            </a:r>
            <a:r>
              <a:rPr lang="ko-KR" sz="2000">
                <a:latin typeface="맑은 고딕" charset="0"/>
                <a:ea typeface="맑은 고딕" charset="0"/>
              </a:rPr>
              <a:t>어</a:t>
            </a:r>
            <a:endParaRPr lang="ko-KR" altLang="en-US" sz="2000">
              <a:latin typeface="맑은 고딕" charset="0"/>
              <a:ea typeface="맑은 고딕" charset="0"/>
            </a:endParaRPr>
          </a:p>
        </p:txBody>
      </p:sp>
      <p:sp>
        <p:nvSpPr>
          <p:cNvPr id="23" name="텍스트 상자 26"/>
          <p:cNvSpPr txBox="1">
            <a:spLocks/>
          </p:cNvSpPr>
          <p:nvPr/>
        </p:nvSpPr>
        <p:spPr>
          <a:xfrm rot="0">
            <a:off x="1982470" y="3778250"/>
            <a:ext cx="2251710" cy="70802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lang="ko-KR" sz="2000">
                <a:latin typeface="맑은 고딕" charset="0"/>
                <a:ea typeface="맑은 고딕" charset="0"/>
              </a:rPr>
              <a:t>플레이어 정보</a:t>
            </a:r>
            <a:endParaRPr lang="ko-KR" altLang="en-US" sz="200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2000">
                <a:latin typeface="맑은 고딕" charset="0"/>
                <a:ea typeface="맑은 고딕" charset="0"/>
              </a:rPr>
              <a:t>소유 아이템 탭</a:t>
            </a:r>
            <a:endParaRPr lang="ko-KR" altLang="en-US" sz="2000">
              <a:latin typeface="맑은 고딕" charset="0"/>
              <a:ea typeface="맑은 고딕" charset="0"/>
            </a:endParaRPr>
          </a:p>
        </p:txBody>
      </p:sp>
      <p:sp>
        <p:nvSpPr>
          <p:cNvPr id="24" name="텍스트 상자 27"/>
          <p:cNvSpPr txBox="1">
            <a:spLocks/>
          </p:cNvSpPr>
          <p:nvPr/>
        </p:nvSpPr>
        <p:spPr>
          <a:xfrm rot="0">
            <a:off x="3943985" y="3648710"/>
            <a:ext cx="2552065" cy="40068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lang="ko-KR" sz="2000">
                <a:latin typeface="맑은 고딕" charset="0"/>
                <a:ea typeface="맑은 고딕" charset="0"/>
              </a:rPr>
              <a:t>게임 데이터 편집</a:t>
            </a:r>
            <a:endParaRPr lang="ko-KR" altLang="en-US" sz="2000">
              <a:latin typeface="맑은 고딕" charset="0"/>
              <a:ea typeface="맑은 고딕" charset="0"/>
            </a:endParaRPr>
          </a:p>
        </p:txBody>
      </p:sp>
      <p:sp>
        <p:nvSpPr>
          <p:cNvPr id="25" name="텍스트 상자 29"/>
          <p:cNvSpPr txBox="1">
            <a:spLocks/>
          </p:cNvSpPr>
          <p:nvPr/>
        </p:nvSpPr>
        <p:spPr>
          <a:xfrm rot="0">
            <a:off x="7407910" y="2159000"/>
            <a:ext cx="2250440" cy="70802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lang="ko-KR" sz="2000">
                <a:latin typeface="맑은 고딕" charset="0"/>
                <a:ea typeface="맑은 고딕" charset="0"/>
              </a:rPr>
              <a:t>스토리 생성</a:t>
            </a:r>
            <a:endParaRPr lang="ko-KR" altLang="en-US" sz="200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2000">
                <a:latin typeface="맑은 고딕" charset="0"/>
                <a:ea typeface="맑은 고딕" charset="0"/>
              </a:rPr>
              <a:t>게임 </a:t>
            </a:r>
            <a:r>
              <a:rPr lang="ko-KR" sz="2000">
                <a:latin typeface="맑은 고딕" charset="0"/>
                <a:ea typeface="맑은 고딕" charset="0"/>
              </a:rPr>
              <a:t>진</a:t>
            </a:r>
            <a:r>
              <a:rPr lang="ko-KR" sz="2000">
                <a:latin typeface="맑은 고딕" charset="0"/>
                <a:ea typeface="맑은 고딕" charset="0"/>
              </a:rPr>
              <a:t>행 관리</a:t>
            </a:r>
            <a:endParaRPr lang="ko-KR" altLang="en-US" sz="2000">
              <a:latin typeface="맑은 고딕" charset="0"/>
              <a:ea typeface="맑은 고딕" charset="0"/>
            </a:endParaRPr>
          </a:p>
        </p:txBody>
      </p:sp>
      <p:sp>
        <p:nvSpPr>
          <p:cNvPr id="26" name="텍스트 상자 30"/>
          <p:cNvSpPr txBox="1">
            <a:spLocks/>
          </p:cNvSpPr>
          <p:nvPr/>
        </p:nvSpPr>
        <p:spPr>
          <a:xfrm rot="0">
            <a:off x="6639560" y="4128135"/>
            <a:ext cx="2552065" cy="40068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lang="ko-KR" sz="2000">
                <a:latin typeface="맑은 고딕" charset="0"/>
                <a:ea typeface="맑은 고딕" charset="0"/>
              </a:rPr>
              <a:t>게임 데이터 제공</a:t>
            </a:r>
            <a:endParaRPr lang="ko-KR" altLang="en-US" sz="2000">
              <a:latin typeface="맑은 고딕" charset="0"/>
              <a:ea typeface="맑은 고딕" charset="0"/>
            </a:endParaRPr>
          </a:p>
        </p:txBody>
      </p:sp>
      <p:sp>
        <p:nvSpPr>
          <p:cNvPr id="27" name="도형 16"/>
          <p:cNvSpPr>
            <a:spLocks/>
          </p:cNvSpPr>
          <p:nvPr/>
        </p:nvSpPr>
        <p:spPr>
          <a:xfrm rot="16200000">
            <a:off x="1363980" y="3974465"/>
            <a:ext cx="1049020" cy="292735"/>
          </a:xfrm>
          <a:prstGeom prst="rightArrow"/>
          <a:solidFill>
            <a:srgbClr val="FCCC00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>
              <a:buFontTx/>
              <a:buNone/>
            </a:pPr>
            <a:r>
              <a:rPr lang="ko-KR" altLang="en-US"/>
              <a:t>개</a:t>
            </a:r>
            <a:r>
              <a:rPr lang="ko-KR" altLang="en-US"/>
              <a:t>념</a:t>
            </a:r>
            <a:r>
              <a:rPr lang="ko-KR" altLang="en-US"/>
              <a:t>도</a:t>
            </a:r>
            <a:endParaRPr lang="ko-KR" altLang="en-US"/>
          </a:p>
        </p:txBody>
      </p:sp>
      <p:sp>
        <p:nvSpPr>
          <p:cNvPr id="3" name="도형 69"/>
          <p:cNvSpPr>
            <a:spLocks/>
          </p:cNvSpPr>
          <p:nvPr/>
        </p:nvSpPr>
        <p:spPr>
          <a:xfrm rot="0">
            <a:off x="5074920" y="1605280"/>
            <a:ext cx="1663065" cy="1023620"/>
          </a:xfrm>
          <a:prstGeom prst="rect"/>
          <a:solidFill>
            <a:schemeClr val="accent1"/>
          </a:solidFill>
          <a:ln w="1905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800">
                <a:solidFill>
                  <a:srgbClr val="000000"/>
                </a:solidFill>
                <a:latin typeface="맑은 고딕" charset="0"/>
                <a:ea typeface="맑은 고딕" charset="0"/>
              </a:rPr>
              <a:t>Streamlit 앱</a:t>
            </a:r>
            <a:endParaRPr lang="ko-KR" altLang="en-US" sz="1800">
              <a:solidFill>
                <a:srgbClr val="00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도형 72"/>
          <p:cNvSpPr>
            <a:spLocks/>
          </p:cNvSpPr>
          <p:nvPr/>
        </p:nvSpPr>
        <p:spPr>
          <a:xfrm rot="0">
            <a:off x="3058160" y="3063875"/>
            <a:ext cx="1785620" cy="856615"/>
          </a:xfrm>
          <a:prstGeom prst="roundRect"/>
          <a:solidFill>
            <a:schemeClr val="accent1">
              <a:lumMod val="40000"/>
              <a:lumOff val="60000"/>
            </a:schemeClr>
          </a:solidFill>
          <a:ln w="1905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플레이어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정보</a:t>
            </a:r>
            <a:endParaRPr lang="ko-KR" altLang="en-US" sz="180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" name="도형 80"/>
          <p:cNvSpPr>
            <a:spLocks/>
          </p:cNvSpPr>
          <p:nvPr/>
        </p:nvSpPr>
        <p:spPr>
          <a:xfrm rot="0">
            <a:off x="4999990" y="3056255"/>
            <a:ext cx="1785620" cy="856615"/>
          </a:xfrm>
          <a:prstGeom prst="roundRect"/>
          <a:solidFill>
            <a:schemeClr val="accent1">
              <a:lumMod val="40000"/>
              <a:lumOff val="60000"/>
            </a:schemeClr>
          </a:solidFill>
          <a:ln w="1905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소유 아이템</a:t>
            </a:r>
            <a:endParaRPr lang="ko-KR" altLang="en-US" sz="180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" name="도형 81"/>
          <p:cNvSpPr>
            <a:spLocks/>
          </p:cNvSpPr>
          <p:nvPr/>
        </p:nvSpPr>
        <p:spPr>
          <a:xfrm rot="0">
            <a:off x="1125855" y="3063875"/>
            <a:ext cx="1785620" cy="856615"/>
          </a:xfrm>
          <a:prstGeom prst="roundRect"/>
          <a:solidFill>
            <a:schemeClr val="accent1">
              <a:lumMod val="40000"/>
              <a:lumOff val="60000"/>
            </a:schemeClr>
          </a:solidFill>
          <a:ln w="1905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게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임 화면</a:t>
            </a:r>
            <a:endParaRPr lang="ko-KR" altLang="en-US" sz="180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" name="도형 82"/>
          <p:cNvSpPr>
            <a:spLocks/>
          </p:cNvSpPr>
          <p:nvPr/>
        </p:nvSpPr>
        <p:spPr>
          <a:xfrm rot="0">
            <a:off x="6954520" y="3060065"/>
            <a:ext cx="1785620" cy="856615"/>
          </a:xfrm>
          <a:prstGeom prst="roundRect"/>
          <a:solidFill>
            <a:schemeClr val="accent1">
              <a:lumMod val="40000"/>
              <a:lumOff val="60000"/>
            </a:schemeClr>
          </a:solidFill>
          <a:ln w="1905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플레이 방법</a:t>
            </a:r>
            <a:endParaRPr lang="ko-KR" altLang="en-US" sz="180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8" name="도형 83"/>
          <p:cNvSpPr>
            <a:spLocks/>
          </p:cNvSpPr>
          <p:nvPr/>
        </p:nvSpPr>
        <p:spPr>
          <a:xfrm rot="0">
            <a:off x="8898890" y="3053715"/>
            <a:ext cx="1785620" cy="856615"/>
          </a:xfrm>
          <a:prstGeom prst="roundRect"/>
          <a:solidFill>
            <a:schemeClr val="accent1">
              <a:lumMod val="40000"/>
              <a:lumOff val="60000"/>
            </a:schemeClr>
          </a:solidFill>
          <a:ln w="1905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옵션</a:t>
            </a:r>
            <a:endParaRPr lang="ko-KR" altLang="en-US" sz="180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9" name="도형 84"/>
          <p:cNvCxnSpPr/>
          <p:nvPr/>
        </p:nvCxnSpPr>
        <p:spPr>
          <a:xfrm rot="5400000">
            <a:off x="3743960" y="901700"/>
            <a:ext cx="436880" cy="3888105"/>
          </a:xfrm>
          <a:prstGeom prst="bentConnector3">
            <a:avLst>
              <a:gd name="adj1" fmla="val 50060"/>
            </a:avLst>
          </a:prstGeom>
          <a:ln w="285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도형 87"/>
          <p:cNvCxnSpPr/>
          <p:nvPr/>
        </p:nvCxnSpPr>
        <p:spPr>
          <a:xfrm rot="5400000">
            <a:off x="4709795" y="1868170"/>
            <a:ext cx="436880" cy="1955800"/>
          </a:xfrm>
          <a:prstGeom prst="bentConnector3">
            <a:avLst>
              <a:gd name="adj1" fmla="val 50060"/>
            </a:avLst>
          </a:prstGeom>
          <a:ln w="285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도형 88"/>
          <p:cNvCxnSpPr/>
          <p:nvPr/>
        </p:nvCxnSpPr>
        <p:spPr>
          <a:xfrm rot="16200000" flipH="1">
            <a:off x="6656705" y="1876425"/>
            <a:ext cx="438785" cy="1941830"/>
          </a:xfrm>
          <a:prstGeom prst="bentConnector3">
            <a:avLst>
              <a:gd name="adj1" fmla="val 49856"/>
            </a:avLst>
          </a:prstGeom>
          <a:ln w="285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도형 89"/>
          <p:cNvCxnSpPr/>
          <p:nvPr/>
        </p:nvCxnSpPr>
        <p:spPr>
          <a:xfrm rot="5400000">
            <a:off x="5681345" y="2838450"/>
            <a:ext cx="434975" cy="13970"/>
          </a:xfrm>
          <a:prstGeom prst="bentConnector3">
            <a:avLst>
              <a:gd name="adj1" fmla="val 49977"/>
            </a:avLst>
          </a:prstGeom>
          <a:ln w="285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도형 90"/>
          <p:cNvCxnSpPr/>
          <p:nvPr/>
        </p:nvCxnSpPr>
        <p:spPr>
          <a:xfrm rot="16200000" flipH="1">
            <a:off x="7628890" y="904240"/>
            <a:ext cx="438785" cy="3886200"/>
          </a:xfrm>
          <a:prstGeom prst="bentConnector3">
            <a:avLst>
              <a:gd name="adj1" fmla="val 49856"/>
            </a:avLst>
          </a:prstGeom>
          <a:ln w="2857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도형 92"/>
          <p:cNvSpPr>
            <a:spLocks/>
          </p:cNvSpPr>
          <p:nvPr/>
        </p:nvSpPr>
        <p:spPr>
          <a:xfrm rot="0">
            <a:off x="1064895" y="4029710"/>
            <a:ext cx="1908810" cy="2131695"/>
          </a:xfrm>
          <a:prstGeom prst="rect"/>
          <a:solidFill>
            <a:schemeClr val="bg1"/>
          </a:solidFill>
          <a:ln w="1905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t">
            <a:noAutofit/>
          </a:bodyPr>
          <a:lstStyle/>
          <a:p>
            <a:pPr marL="0" indent="0" algn="l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-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챗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봇 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형태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의</a:t>
            </a: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AI 마스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터</a:t>
            </a: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-게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임 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플레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이</a:t>
            </a: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5" name="도형 97"/>
          <p:cNvSpPr>
            <a:spLocks/>
          </p:cNvSpPr>
          <p:nvPr/>
        </p:nvSpPr>
        <p:spPr>
          <a:xfrm rot="0">
            <a:off x="2994660" y="4027805"/>
            <a:ext cx="1908810" cy="2131695"/>
          </a:xfrm>
          <a:prstGeom prst="rect"/>
          <a:solidFill>
            <a:schemeClr val="bg1"/>
          </a:solidFill>
          <a:ln w="1905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t">
            <a:noAutofit/>
          </a:bodyPr>
          <a:lstStyle/>
          <a:p>
            <a:pPr marL="0" indent="0" algn="l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-플레이어 이름</a:t>
            </a: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-플레이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어 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설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명</a:t>
            </a: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-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체력</a:t>
            </a: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-스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탯(힘,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 지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능,</a:t>
            </a: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민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첩)</a:t>
            </a: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6" name="도형 98"/>
          <p:cNvSpPr>
            <a:spLocks/>
          </p:cNvSpPr>
          <p:nvPr/>
        </p:nvSpPr>
        <p:spPr>
          <a:xfrm rot="0">
            <a:off x="4955540" y="4037965"/>
            <a:ext cx="1908810" cy="2131695"/>
          </a:xfrm>
          <a:prstGeom prst="rect"/>
          <a:solidFill>
            <a:schemeClr val="bg1"/>
          </a:solidFill>
          <a:ln w="1905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t">
            <a:noAutofit/>
          </a:bodyPr>
          <a:lstStyle/>
          <a:p>
            <a:pPr marL="0" indent="0" algn="l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-소유 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아이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템 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표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시</a:t>
            </a: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7" name="도형 99"/>
          <p:cNvSpPr>
            <a:spLocks/>
          </p:cNvSpPr>
          <p:nvPr/>
        </p:nvSpPr>
        <p:spPr>
          <a:xfrm rot="0">
            <a:off x="6891655" y="4041775"/>
            <a:ext cx="1908810" cy="2131695"/>
          </a:xfrm>
          <a:prstGeom prst="rect"/>
          <a:solidFill>
            <a:schemeClr val="bg1"/>
          </a:solidFill>
          <a:ln w="1905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t">
            <a:noAutofit/>
          </a:bodyPr>
          <a:lstStyle/>
          <a:p>
            <a:pPr marL="0" indent="0" algn="l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-플레이 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방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법 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표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시</a:t>
            </a: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-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앱 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구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성 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요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소 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설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명</a:t>
            </a: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8" name="도형 100"/>
          <p:cNvSpPr>
            <a:spLocks/>
          </p:cNvSpPr>
          <p:nvPr/>
        </p:nvSpPr>
        <p:spPr>
          <a:xfrm rot="0">
            <a:off x="8833485" y="4039870"/>
            <a:ext cx="1908810" cy="2131695"/>
          </a:xfrm>
          <a:prstGeom prst="rect"/>
          <a:solidFill>
            <a:schemeClr val="bg1"/>
          </a:solidFill>
          <a:ln w="1905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t">
            <a:noAutofit/>
          </a:bodyPr>
          <a:lstStyle/>
          <a:p>
            <a:pPr marL="0" indent="0" algn="l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-스토리 T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T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S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사용 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설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정</a:t>
            </a: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-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게임 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화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면 표시</a:t>
            </a: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대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화 수 설정</a:t>
            </a: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-저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장,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sz="1600">
                <a:solidFill>
                  <a:srgbClr val="000000"/>
                </a:solidFill>
                <a:latin typeface="맑은 고딕" charset="0"/>
                <a:ea typeface="맑은 고딕" charset="0"/>
              </a:rPr>
              <a:t>불러오기</a:t>
            </a:r>
            <a:endParaRPr lang="ko-KR" altLang="en-US" sz="1600">
              <a:solidFill>
                <a:srgbClr val="000000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7505" cy="132778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>
              <a:buFontTx/>
              <a:buNone/>
            </a:pPr>
            <a:r>
              <a:rPr lang="ko-KR" altLang="en-US"/>
              <a:t>프로그램 Use Case Diagram</a:t>
            </a:r>
            <a:endParaRPr lang="ko-KR" altLang="en-US"/>
          </a:p>
        </p:txBody>
      </p:sp>
      <p:sp>
        <p:nvSpPr>
          <p:cNvPr id="3" name="도형 10"/>
          <p:cNvSpPr>
            <a:spLocks/>
          </p:cNvSpPr>
          <p:nvPr/>
        </p:nvSpPr>
        <p:spPr>
          <a:xfrm rot="0">
            <a:off x="3759200" y="1604645"/>
            <a:ext cx="5858510" cy="4886960"/>
          </a:xfrm>
          <a:prstGeom prst="rect"/>
          <a:solidFill>
            <a:schemeClr val="bg1"/>
          </a:solidFill>
          <a:ln w="57150" cap="flat" cmpd="sng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grpSp>
        <p:nvGrpSpPr>
          <p:cNvPr id="6" name="그룹 18"/>
          <p:cNvGrpSpPr>
            <a:grpSpLocks/>
          </p:cNvGrpSpPr>
          <p:nvPr/>
        </p:nvGrpSpPr>
        <p:grpSpPr>
          <a:xfrm rot="0">
            <a:off x="1735455" y="2762250"/>
            <a:ext cx="628015" cy="1538605"/>
            <a:chOff x="1735455" y="2762250"/>
            <a:chExt cx="628015" cy="1538605"/>
          </a:xfrm>
          <a:solidFill>
            <a:schemeClr val="bg1"/>
          </a:solidFill>
        </p:grpSpPr>
        <p:sp>
          <p:nvSpPr>
            <p:cNvPr id="5" name="도형 15"/>
            <p:cNvSpPr>
              <a:spLocks/>
            </p:cNvSpPr>
            <p:nvPr/>
          </p:nvSpPr>
          <p:spPr>
            <a:xfrm rot="0">
              <a:off x="1735455" y="3069590"/>
              <a:ext cx="628015" cy="1231265"/>
            </a:xfrm>
            <a:prstGeom prst="triangle"/>
            <a:grp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hangingPunct="1"/>
              <a:endParaRPr lang="ko-KR" altLang="en-US" sz="1800">
                <a:latin typeface="맑은 고딕" charset="0"/>
                <a:ea typeface="맑은 고딕" charset="0"/>
              </a:endParaRPr>
            </a:p>
          </p:txBody>
        </p:sp>
        <p:sp>
          <p:nvSpPr>
            <p:cNvPr id="4" name="도형 14"/>
            <p:cNvSpPr>
              <a:spLocks/>
            </p:cNvSpPr>
            <p:nvPr/>
          </p:nvSpPr>
          <p:spPr>
            <a:xfrm rot="0">
              <a:off x="1741805" y="2762250"/>
              <a:ext cx="621665" cy="622300"/>
            </a:xfrm>
            <a:prstGeom prst="ellipse"/>
            <a:grp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hangingPunct="1"/>
              <a:endParaRPr lang="ko-KR" altLang="en-US" sz="1800">
                <a:latin typeface="맑은 고딕" charset="0"/>
                <a:ea typeface="맑은 고딕" charset="0"/>
              </a:endParaRPr>
            </a:p>
          </p:txBody>
        </p:sp>
      </p:grpSp>
      <p:sp>
        <p:nvSpPr>
          <p:cNvPr id="7" name="도형 30"/>
          <p:cNvSpPr>
            <a:spLocks/>
          </p:cNvSpPr>
          <p:nvPr/>
        </p:nvSpPr>
        <p:spPr>
          <a:xfrm rot="0">
            <a:off x="4233545" y="1734820"/>
            <a:ext cx="2025650" cy="813435"/>
          </a:xfrm>
          <a:prstGeom prst="ellipse"/>
          <a:solidFill>
            <a:schemeClr val="bg1"/>
          </a:solidFill>
          <a:ln w="5715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400">
                <a:ln w="76200" cap="flat" cmpd="sng">
                  <a:noFill/>
                  <a:prstDash/>
                  <a:round/>
                </a:ln>
                <a:solidFill>
                  <a:schemeClr val="tx1"/>
                </a:solidFill>
                <a:latin typeface="맑은 고딕" charset="0"/>
                <a:ea typeface="맑은 고딕" charset="0"/>
              </a:rPr>
              <a:t>챗봇</a:t>
            </a:r>
            <a:r>
              <a:rPr lang="ko-KR" sz="1400">
                <a:ln w="76200" cap="flat" cmpd="sng">
                  <a:noFill/>
                  <a:prstDash/>
                  <a:round/>
                </a:ln>
                <a:solidFill>
                  <a:schemeClr val="tx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sz="1400">
                <a:ln w="76200" cap="flat" cmpd="sng">
                  <a:noFill/>
                  <a:prstDash/>
                  <a:round/>
                </a:ln>
                <a:solidFill>
                  <a:schemeClr val="tx1"/>
                </a:solidFill>
                <a:latin typeface="맑은 고딕" charset="0"/>
                <a:ea typeface="맑은 고딕" charset="0"/>
              </a:rPr>
              <a:t>형태의</a:t>
            </a:r>
            <a:endParaRPr lang="ko-KR" altLang="en-US" sz="1400">
              <a:ln w="76200" cap="flat" cmpd="sng">
                <a:noFill/>
                <a:prstDash/>
                <a:round/>
              </a:ln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0" indent="0" algn="ctr" hangingPunct="1">
              <a:buFontTx/>
              <a:buNone/>
            </a:pPr>
            <a:r>
              <a:rPr lang="ko-KR" sz="1400">
                <a:ln w="76200" cap="flat" cmpd="sng">
                  <a:noFill/>
                  <a:prstDash/>
                  <a:round/>
                </a:ln>
                <a:solidFill>
                  <a:schemeClr val="tx1"/>
                </a:solidFill>
                <a:latin typeface="맑은 고딕" charset="0"/>
                <a:ea typeface="맑은 고딕" charset="0"/>
              </a:rPr>
              <a:t>T</a:t>
            </a:r>
            <a:r>
              <a:rPr lang="ko-KR" sz="1400">
                <a:ln w="76200" cap="flat" cmpd="sng">
                  <a:noFill/>
                  <a:prstDash/>
                  <a:round/>
                </a:ln>
                <a:solidFill>
                  <a:schemeClr val="tx1"/>
                </a:solidFill>
                <a:latin typeface="맑은 고딕" charset="0"/>
                <a:ea typeface="맑은 고딕" charset="0"/>
              </a:rPr>
              <a:t>RPG</a:t>
            </a:r>
            <a:r>
              <a:rPr lang="ko-KR" sz="1400">
                <a:ln w="76200" cap="flat" cmpd="sng">
                  <a:noFill/>
                  <a:prstDash/>
                  <a:round/>
                </a:ln>
                <a:solidFill>
                  <a:schemeClr val="tx1"/>
                </a:solidFill>
                <a:latin typeface="맑은 고딕" charset="0"/>
                <a:ea typeface="맑은 고딕" charset="0"/>
              </a:rPr>
              <a:t> 플레이</a:t>
            </a:r>
            <a:endParaRPr lang="ko-KR" altLang="en-US" sz="1400">
              <a:ln w="76200" cap="flat" cmpd="sng">
                <a:noFill/>
                <a:prstDash/>
                <a:round/>
              </a:ln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8" name="도형 34"/>
          <p:cNvSpPr>
            <a:spLocks/>
          </p:cNvSpPr>
          <p:nvPr/>
        </p:nvSpPr>
        <p:spPr>
          <a:xfrm rot="0">
            <a:off x="4231640" y="2710815"/>
            <a:ext cx="2025650" cy="813435"/>
          </a:xfrm>
          <a:prstGeom prst="ellipse"/>
          <a:solidFill>
            <a:schemeClr val="bg1"/>
          </a:solidFill>
          <a:ln w="28575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400">
                <a:ln w="0" cap="flat" cmpd="sng">
                  <a:noFill/>
                  <a:prstDash/>
                </a:ln>
                <a:solidFill>
                  <a:schemeClr val="tx1"/>
                </a:solidFill>
                <a:latin typeface="맑은 고딕" charset="0"/>
                <a:ea typeface="맑은 고딕" charset="0"/>
              </a:rPr>
              <a:t>플레이어 정보 조회</a:t>
            </a:r>
            <a:endParaRPr lang="ko-KR" altLang="en-US" sz="1400">
              <a:ln w="0" cap="flat" cmpd="sng">
                <a:noFill/>
                <a:prstDash/>
              </a:ln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9" name="도형 35"/>
          <p:cNvSpPr>
            <a:spLocks/>
          </p:cNvSpPr>
          <p:nvPr/>
        </p:nvSpPr>
        <p:spPr>
          <a:xfrm rot="0">
            <a:off x="4235450" y="3680460"/>
            <a:ext cx="2025650" cy="813435"/>
          </a:xfrm>
          <a:prstGeom prst="ellipse"/>
          <a:solidFill>
            <a:schemeClr val="bg1"/>
          </a:solidFill>
          <a:ln w="28575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400">
                <a:ln w="0" cap="flat" cmpd="sng">
                  <a:noFill/>
                  <a:prstDash/>
                </a:ln>
                <a:solidFill>
                  <a:schemeClr val="tx1"/>
                </a:solidFill>
                <a:latin typeface="맑은 고딕" charset="0"/>
                <a:ea typeface="맑은 고딕" charset="0"/>
              </a:rPr>
              <a:t>소유 아이템</a:t>
            </a:r>
            <a:endParaRPr lang="ko-KR" altLang="en-US" sz="1400">
              <a:ln w="0" cap="flat" cmpd="sng">
                <a:noFill/>
                <a:prstDash/>
              </a:ln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0" indent="0" algn="ctr" hangingPunct="1">
              <a:buFontTx/>
              <a:buNone/>
            </a:pPr>
            <a:r>
              <a:rPr lang="ko-KR" sz="1400">
                <a:ln w="0" cap="flat" cmpd="sng">
                  <a:noFill/>
                  <a:prstDash/>
                </a:ln>
                <a:solidFill>
                  <a:schemeClr val="tx1"/>
                </a:solidFill>
                <a:latin typeface="맑은 고딕" charset="0"/>
                <a:ea typeface="맑은 고딕" charset="0"/>
              </a:rPr>
              <a:t>조회</a:t>
            </a:r>
            <a:endParaRPr lang="ko-KR" altLang="en-US" sz="1400">
              <a:ln w="0" cap="flat" cmpd="sng">
                <a:noFill/>
                <a:prstDash/>
              </a:ln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0" name="도형 36"/>
          <p:cNvSpPr>
            <a:spLocks/>
          </p:cNvSpPr>
          <p:nvPr/>
        </p:nvSpPr>
        <p:spPr>
          <a:xfrm rot="0">
            <a:off x="4233545" y="4644390"/>
            <a:ext cx="2025650" cy="813435"/>
          </a:xfrm>
          <a:prstGeom prst="ellipse"/>
          <a:solidFill>
            <a:schemeClr val="bg1"/>
          </a:solidFill>
          <a:ln w="28575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400">
                <a:ln w="0" cap="flat" cmpd="sng">
                  <a:noFill/>
                  <a:prstDash/>
                </a:ln>
                <a:solidFill>
                  <a:schemeClr val="tx1"/>
                </a:solidFill>
                <a:latin typeface="맑은 고딕" charset="0"/>
                <a:ea typeface="맑은 고딕" charset="0"/>
              </a:rPr>
              <a:t>플레이 방법</a:t>
            </a:r>
            <a:endParaRPr lang="ko-KR" altLang="en-US" sz="1400">
              <a:ln w="0" cap="flat" cmpd="sng">
                <a:noFill/>
                <a:prstDash/>
              </a:ln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0" indent="0" algn="ctr" hangingPunct="1">
              <a:buFontTx/>
              <a:buNone/>
            </a:pPr>
            <a:r>
              <a:rPr lang="ko-KR" sz="1400">
                <a:ln w="0" cap="flat" cmpd="sng">
                  <a:noFill/>
                  <a:prstDash/>
                </a:ln>
                <a:solidFill>
                  <a:schemeClr val="tx1"/>
                </a:solidFill>
                <a:latin typeface="맑은 고딕" charset="0"/>
                <a:ea typeface="맑은 고딕" charset="0"/>
              </a:rPr>
              <a:t>확인</a:t>
            </a:r>
            <a:endParaRPr lang="ko-KR" altLang="en-US" sz="1400">
              <a:ln w="0" cap="flat" cmpd="sng">
                <a:noFill/>
                <a:prstDash/>
              </a:ln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1" name="도형 37"/>
          <p:cNvSpPr>
            <a:spLocks/>
          </p:cNvSpPr>
          <p:nvPr/>
        </p:nvSpPr>
        <p:spPr>
          <a:xfrm rot="0">
            <a:off x="4231640" y="5608320"/>
            <a:ext cx="2025650" cy="813435"/>
          </a:xfrm>
          <a:prstGeom prst="ellipse"/>
          <a:solidFill>
            <a:schemeClr val="bg1"/>
          </a:solidFill>
          <a:ln w="28575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400">
                <a:ln w="0" cap="flat" cmpd="sng">
                  <a:noFill/>
                  <a:prstDash/>
                </a:ln>
                <a:solidFill>
                  <a:schemeClr val="tx1"/>
                </a:solidFill>
                <a:latin typeface="맑은 고딕" charset="0"/>
                <a:ea typeface="맑은 고딕" charset="0"/>
              </a:rPr>
              <a:t>옵션</a:t>
            </a:r>
            <a:endParaRPr lang="ko-KR" altLang="en-US" sz="1400">
              <a:ln w="0" cap="flat" cmpd="sng">
                <a:noFill/>
                <a:prstDash/>
              </a:ln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2" name="도형 38"/>
          <p:cNvSpPr>
            <a:spLocks/>
          </p:cNvSpPr>
          <p:nvPr/>
        </p:nvSpPr>
        <p:spPr>
          <a:xfrm rot="0">
            <a:off x="7342505" y="5612130"/>
            <a:ext cx="2025650" cy="813435"/>
          </a:xfrm>
          <a:prstGeom prst="ellipse"/>
          <a:solidFill>
            <a:schemeClr val="bg1"/>
          </a:solidFill>
          <a:ln w="28575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400">
                <a:ln w="0" cap="flat" cmpd="sng">
                  <a:noFill/>
                  <a:prstDash/>
                </a:ln>
                <a:solidFill>
                  <a:schemeClr val="tx1"/>
                </a:solidFill>
                <a:latin typeface="맑은 고딕" charset="0"/>
                <a:ea typeface="맑은 고딕" charset="0"/>
              </a:rPr>
              <a:t>게임 저장 및 불러오기</a:t>
            </a:r>
            <a:endParaRPr lang="ko-KR" altLang="en-US" sz="1400">
              <a:ln w="0" cap="flat" cmpd="sng">
                <a:noFill/>
                <a:prstDash/>
              </a:ln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3" name="도형 39"/>
          <p:cNvSpPr>
            <a:spLocks/>
          </p:cNvSpPr>
          <p:nvPr/>
        </p:nvSpPr>
        <p:spPr>
          <a:xfrm rot="0">
            <a:off x="7322185" y="4644390"/>
            <a:ext cx="2025650" cy="813435"/>
          </a:xfrm>
          <a:prstGeom prst="ellipse"/>
          <a:solidFill>
            <a:schemeClr val="bg1"/>
          </a:solidFill>
          <a:ln w="28575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400">
                <a:ln w="0" cap="flat" cmpd="sng">
                  <a:noFill/>
                  <a:prstDash/>
                </a:ln>
                <a:solidFill>
                  <a:schemeClr val="tx1"/>
                </a:solidFill>
                <a:latin typeface="맑은 고딕" charset="0"/>
                <a:ea typeface="맑은 고딕" charset="0"/>
              </a:rPr>
              <a:t>표시 대화 수 설정</a:t>
            </a:r>
            <a:endParaRPr lang="ko-KR" altLang="en-US" sz="1400">
              <a:ln w="0" cap="flat" cmpd="sng">
                <a:noFill/>
                <a:prstDash/>
              </a:ln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4" name="도형 40"/>
          <p:cNvSpPr>
            <a:spLocks/>
          </p:cNvSpPr>
          <p:nvPr/>
        </p:nvSpPr>
        <p:spPr>
          <a:xfrm rot="0">
            <a:off x="7307580" y="3676650"/>
            <a:ext cx="2025650" cy="813435"/>
          </a:xfrm>
          <a:prstGeom prst="ellipse"/>
          <a:solidFill>
            <a:schemeClr val="bg1"/>
          </a:solidFill>
          <a:ln w="28575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400">
                <a:ln w="0" cap="flat" cmpd="sng">
                  <a:noFill/>
                  <a:prstDash/>
                </a:ln>
                <a:solidFill>
                  <a:schemeClr val="tx1"/>
                </a:solidFill>
                <a:latin typeface="맑은 고딕" charset="0"/>
                <a:ea typeface="맑은 고딕" charset="0"/>
              </a:rPr>
              <a:t>T</a:t>
            </a:r>
            <a:r>
              <a:rPr sz="1400">
                <a:ln w="0" cap="flat" cmpd="sng">
                  <a:noFill/>
                  <a:prstDash/>
                </a:ln>
                <a:solidFill>
                  <a:schemeClr val="tx1"/>
                </a:solidFill>
                <a:latin typeface="맑은 고딕" charset="0"/>
                <a:ea typeface="맑은 고딕" charset="0"/>
              </a:rPr>
              <a:t>TS </a:t>
            </a:r>
            <a:r>
              <a:rPr lang="ko-KR" sz="1400">
                <a:ln w="0" cap="flat" cmpd="sng">
                  <a:noFill/>
                  <a:prstDash/>
                </a:ln>
                <a:solidFill>
                  <a:schemeClr val="tx1"/>
                </a:solidFill>
                <a:latin typeface="맑은 고딕" charset="0"/>
                <a:ea typeface="맑은 고딕" charset="0"/>
              </a:rPr>
              <a:t>사용 여부 설정</a:t>
            </a:r>
            <a:endParaRPr lang="ko-KR" altLang="en-US" sz="1400">
              <a:ln w="0" cap="flat" cmpd="sng">
                <a:noFill/>
                <a:prstDash/>
              </a:ln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5" name="도형 41"/>
          <p:cNvCxnSpPr>
            <a:stCxn id="5" idx="5"/>
            <a:endCxn id="7" idx="2"/>
          </p:cNvCxnSpPr>
          <p:nvPr/>
        </p:nvCxnSpPr>
        <p:spPr>
          <a:xfrm rot="0" flipV="1">
            <a:off x="2206625" y="2141220"/>
            <a:ext cx="2027555" cy="1544320"/>
          </a:xfrm>
          <a:prstGeom prst="line"/>
          <a:ln w="1905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도형 45"/>
          <p:cNvCxnSpPr>
            <a:stCxn id="5" idx="5"/>
            <a:endCxn id="8" idx="2"/>
          </p:cNvCxnSpPr>
          <p:nvPr/>
        </p:nvCxnSpPr>
        <p:spPr>
          <a:xfrm rot="0" flipV="1">
            <a:off x="2206625" y="3117215"/>
            <a:ext cx="2025650" cy="568325"/>
          </a:xfrm>
          <a:prstGeom prst="line"/>
          <a:ln w="1905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도형 46"/>
          <p:cNvCxnSpPr>
            <a:stCxn id="5" idx="5"/>
            <a:endCxn id="9" idx="2"/>
          </p:cNvCxnSpPr>
          <p:nvPr/>
        </p:nvCxnSpPr>
        <p:spPr>
          <a:xfrm rot="0">
            <a:off x="2206625" y="3684905"/>
            <a:ext cx="2029460" cy="402590"/>
          </a:xfrm>
          <a:prstGeom prst="line"/>
          <a:ln w="1905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도형 47"/>
          <p:cNvCxnSpPr>
            <a:stCxn id="5" idx="5"/>
            <a:endCxn id="10" idx="2"/>
          </p:cNvCxnSpPr>
          <p:nvPr/>
        </p:nvCxnSpPr>
        <p:spPr>
          <a:xfrm rot="0">
            <a:off x="2206625" y="3684905"/>
            <a:ext cx="2027555" cy="1366520"/>
          </a:xfrm>
          <a:prstGeom prst="line"/>
          <a:ln w="1905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도형 48"/>
          <p:cNvCxnSpPr>
            <a:stCxn id="5" idx="5"/>
            <a:endCxn id="11" idx="2"/>
          </p:cNvCxnSpPr>
          <p:nvPr/>
        </p:nvCxnSpPr>
        <p:spPr>
          <a:xfrm rot="0">
            <a:off x="2206625" y="3684905"/>
            <a:ext cx="2025650" cy="2330450"/>
          </a:xfrm>
          <a:prstGeom prst="line"/>
          <a:ln w="19050" cap="flat" cmpd="sng">
            <a:solidFill>
              <a:schemeClr val="tx1">
                <a:alpha val="100000"/>
              </a:scheme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도형 49"/>
          <p:cNvCxnSpPr/>
          <p:nvPr/>
        </p:nvCxnSpPr>
        <p:spPr>
          <a:xfrm rot="0" flipH="1">
            <a:off x="6256020" y="4082415"/>
            <a:ext cx="1052830" cy="1932940"/>
          </a:xfrm>
          <a:prstGeom prst="straightConnector1"/>
          <a:ln w="19050" cap="flat" cmpd="sng">
            <a:solidFill>
              <a:schemeClr val="tx1">
                <a:alpha val="100000"/>
              </a:schemeClr>
            </a:solidFill>
            <a:prstDash val="sysDash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도형 53"/>
          <p:cNvCxnSpPr/>
          <p:nvPr/>
        </p:nvCxnSpPr>
        <p:spPr>
          <a:xfrm rot="0" flipH="1">
            <a:off x="6256020" y="5050155"/>
            <a:ext cx="1067435" cy="965200"/>
          </a:xfrm>
          <a:prstGeom prst="straightConnector1"/>
          <a:ln w="19050" cap="flat" cmpd="sng">
            <a:solidFill>
              <a:schemeClr val="tx1">
                <a:alpha val="100000"/>
              </a:schemeClr>
            </a:solidFill>
            <a:prstDash val="sysDash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도형 54"/>
          <p:cNvCxnSpPr/>
          <p:nvPr/>
        </p:nvCxnSpPr>
        <p:spPr>
          <a:xfrm rot="0" flipH="1" flipV="1">
            <a:off x="6256020" y="6014085"/>
            <a:ext cx="1087755" cy="5080"/>
          </a:xfrm>
          <a:prstGeom prst="straightConnector1"/>
          <a:ln w="19050" cap="flat" cmpd="sng">
            <a:solidFill>
              <a:schemeClr val="tx1">
                <a:alpha val="100000"/>
              </a:schemeClr>
            </a:solidFill>
            <a:prstDash val="sysDash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텍스트 상자 55"/>
          <p:cNvSpPr txBox="1">
            <a:spLocks/>
          </p:cNvSpPr>
          <p:nvPr/>
        </p:nvSpPr>
        <p:spPr>
          <a:xfrm rot="0">
            <a:off x="6497955" y="6016625"/>
            <a:ext cx="924560" cy="24701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sz="1000">
                <a:latin typeface="맑은 고딕" charset="0"/>
                <a:ea typeface="맑은 고딕" charset="0"/>
              </a:rPr>
              <a:t>&lt;</a:t>
            </a:r>
            <a:r>
              <a:rPr sz="1000">
                <a:latin typeface="맑은 고딕" charset="0"/>
                <a:ea typeface="맑은 고딕" charset="0"/>
              </a:rPr>
              <a:t>&lt;</a:t>
            </a:r>
            <a:r>
              <a:rPr lang="ko-KR" sz="1000">
                <a:latin typeface="맑은 고딕" charset="0"/>
                <a:ea typeface="맑은 고딕" charset="0"/>
              </a:rPr>
              <a:t>ex</a:t>
            </a:r>
            <a:r>
              <a:rPr lang="ko-KR" sz="1000">
                <a:latin typeface="맑은 고딕" charset="0"/>
                <a:ea typeface="맑은 고딕" charset="0"/>
              </a:rPr>
              <a:t>t</a:t>
            </a:r>
            <a:r>
              <a:rPr lang="ko-KR" sz="1000">
                <a:latin typeface="맑은 고딕" charset="0"/>
                <a:ea typeface="맑은 고딕" charset="0"/>
              </a:rPr>
              <a:t>end</a:t>
            </a:r>
            <a:r>
              <a:rPr lang="ko-KR" sz="1000">
                <a:latin typeface="맑은 고딕" charset="0"/>
                <a:ea typeface="맑은 고딕" charset="0"/>
              </a:rPr>
              <a:t>&gt;</a:t>
            </a:r>
            <a:r>
              <a:rPr lang="ko-KR" sz="1000">
                <a:latin typeface="맑은 고딕" charset="0"/>
                <a:ea typeface="맑은 고딕" charset="0"/>
              </a:rPr>
              <a:t>&gt;</a:t>
            </a:r>
            <a:endParaRPr lang="ko-KR" altLang="en-US" sz="1000">
              <a:latin typeface="맑은 고딕" charset="0"/>
              <a:ea typeface="맑은 고딕" charset="0"/>
            </a:endParaRPr>
          </a:p>
        </p:txBody>
      </p:sp>
      <p:sp>
        <p:nvSpPr>
          <p:cNvPr id="24" name="텍스트 상자 101"/>
          <p:cNvSpPr txBox="1">
            <a:spLocks/>
          </p:cNvSpPr>
          <p:nvPr/>
        </p:nvSpPr>
        <p:spPr>
          <a:xfrm rot="0">
            <a:off x="6686550" y="5461000"/>
            <a:ext cx="924560" cy="24701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sz="1000">
                <a:latin typeface="맑은 고딕" charset="0"/>
                <a:ea typeface="맑은 고딕" charset="0"/>
              </a:rPr>
              <a:t>&lt;</a:t>
            </a:r>
            <a:r>
              <a:rPr sz="1000">
                <a:latin typeface="맑은 고딕" charset="0"/>
                <a:ea typeface="맑은 고딕" charset="0"/>
              </a:rPr>
              <a:t>&lt;</a:t>
            </a:r>
            <a:r>
              <a:rPr lang="ko-KR" sz="1000">
                <a:latin typeface="맑은 고딕" charset="0"/>
                <a:ea typeface="맑은 고딕" charset="0"/>
              </a:rPr>
              <a:t>ex</a:t>
            </a:r>
            <a:r>
              <a:rPr lang="ko-KR" sz="1000">
                <a:latin typeface="맑은 고딕" charset="0"/>
                <a:ea typeface="맑은 고딕" charset="0"/>
              </a:rPr>
              <a:t>t</a:t>
            </a:r>
            <a:r>
              <a:rPr lang="ko-KR" sz="1000">
                <a:latin typeface="맑은 고딕" charset="0"/>
                <a:ea typeface="맑은 고딕" charset="0"/>
              </a:rPr>
              <a:t>end</a:t>
            </a:r>
            <a:r>
              <a:rPr lang="ko-KR" sz="1000">
                <a:latin typeface="맑은 고딕" charset="0"/>
                <a:ea typeface="맑은 고딕" charset="0"/>
              </a:rPr>
              <a:t>&gt;</a:t>
            </a:r>
            <a:r>
              <a:rPr lang="ko-KR" sz="1000">
                <a:latin typeface="맑은 고딕" charset="0"/>
                <a:ea typeface="맑은 고딕" charset="0"/>
              </a:rPr>
              <a:t>&gt;</a:t>
            </a:r>
            <a:endParaRPr lang="ko-KR" altLang="en-US" sz="1000">
              <a:latin typeface="맑은 고딕" charset="0"/>
              <a:ea typeface="맑은 고딕" charset="0"/>
            </a:endParaRPr>
          </a:p>
        </p:txBody>
      </p:sp>
      <p:sp>
        <p:nvSpPr>
          <p:cNvPr id="25" name="텍스트 상자 102"/>
          <p:cNvSpPr txBox="1">
            <a:spLocks/>
          </p:cNvSpPr>
          <p:nvPr/>
        </p:nvSpPr>
        <p:spPr>
          <a:xfrm rot="0">
            <a:off x="6943090" y="4493260"/>
            <a:ext cx="924560" cy="24701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sz="1000">
                <a:latin typeface="맑은 고딕" charset="0"/>
                <a:ea typeface="맑은 고딕" charset="0"/>
              </a:rPr>
              <a:t>&lt;</a:t>
            </a:r>
            <a:r>
              <a:rPr sz="1000">
                <a:latin typeface="맑은 고딕" charset="0"/>
                <a:ea typeface="맑은 고딕" charset="0"/>
              </a:rPr>
              <a:t>&lt;</a:t>
            </a:r>
            <a:r>
              <a:rPr lang="ko-KR" sz="1000">
                <a:latin typeface="맑은 고딕" charset="0"/>
                <a:ea typeface="맑은 고딕" charset="0"/>
              </a:rPr>
              <a:t>ex</a:t>
            </a:r>
            <a:r>
              <a:rPr lang="ko-KR" sz="1000">
                <a:latin typeface="맑은 고딕" charset="0"/>
                <a:ea typeface="맑은 고딕" charset="0"/>
              </a:rPr>
              <a:t>t</a:t>
            </a:r>
            <a:r>
              <a:rPr lang="ko-KR" sz="1000">
                <a:latin typeface="맑은 고딕" charset="0"/>
                <a:ea typeface="맑은 고딕" charset="0"/>
              </a:rPr>
              <a:t>end</a:t>
            </a:r>
            <a:r>
              <a:rPr lang="ko-KR" sz="1000">
                <a:latin typeface="맑은 고딕" charset="0"/>
                <a:ea typeface="맑은 고딕" charset="0"/>
              </a:rPr>
              <a:t>&gt;</a:t>
            </a:r>
            <a:r>
              <a:rPr lang="ko-KR" sz="1000">
                <a:latin typeface="맑은 고딕" charset="0"/>
                <a:ea typeface="맑은 고딕" charset="0"/>
              </a:rPr>
              <a:t>&gt;</a:t>
            </a:r>
            <a:endParaRPr lang="ko-KR" altLang="en-US" sz="1000">
              <a:latin typeface="맑은 고딕" charset="0"/>
              <a:ea typeface="맑은 고딕" charset="0"/>
            </a:endParaRPr>
          </a:p>
        </p:txBody>
      </p:sp>
      <p:sp>
        <p:nvSpPr>
          <p:cNvPr id="26" name="텍스트 상자 28"/>
          <p:cNvSpPr txBox="1">
            <a:spLocks/>
          </p:cNvSpPr>
          <p:nvPr/>
        </p:nvSpPr>
        <p:spPr>
          <a:xfrm rot="0">
            <a:off x="1501775" y="4361815"/>
            <a:ext cx="1094105" cy="37020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플레이어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/>
              <a:t>기간별 </a:t>
            </a:r>
            <a:r>
              <a:rPr lang="ko-KR" altLang="en-US"/>
              <a:t>개</a:t>
            </a:r>
            <a:r>
              <a:rPr lang="ko-KR" altLang="en-US"/>
              <a:t>발</a:t>
            </a:r>
            <a:endParaRPr lang="ko-KR" altLang="en-US"/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690370"/>
            <a:ext cx="10516235" cy="497332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/>
              <a:t>1</a:t>
            </a:r>
            <a:r>
              <a:rPr lang="ko-KR" altLang="en-US"/>
              <a:t>주</a:t>
            </a:r>
            <a:r>
              <a:rPr lang="ko-KR" altLang="en-US"/>
              <a:t>차:</a:t>
            </a:r>
            <a:r>
              <a:rPr lang="ko-KR" altLang="en-US"/>
              <a:t> </a:t>
            </a:r>
            <a:r>
              <a:rPr lang="ko-KR" altLang="en-US"/>
              <a:t>챗봇 시스템 </a:t>
            </a:r>
            <a:r>
              <a:rPr lang="ko-KR" altLang="en-US"/>
              <a:t>제</a:t>
            </a:r>
            <a:r>
              <a:rPr lang="ko-KR" altLang="en-US"/>
              <a:t>작</a:t>
            </a:r>
            <a:endParaRPr lang="ko-KR" altLang="en-US"/>
          </a:p>
          <a:p>
            <a:pPr marL="228600" indent="-228600">
              <a:buFont typeface="Arial"/>
              <a:buChar char="•"/>
            </a:pPr>
            <a:endParaRPr lang="ko-KR" altLang="en-US"/>
          </a:p>
          <a:p>
            <a:pPr marL="228600" indent="-228600">
              <a:buFont typeface="Arial"/>
              <a:buChar char="•"/>
            </a:pPr>
            <a:r>
              <a:rPr lang="ko-KR" altLang="en-US"/>
              <a:t>2주</a:t>
            </a:r>
            <a:r>
              <a:rPr lang="ko-KR" altLang="en-US"/>
              <a:t>차:</a:t>
            </a:r>
            <a:r>
              <a:rPr lang="ko-KR" altLang="en-US"/>
              <a:t> </a:t>
            </a:r>
            <a:r>
              <a:rPr lang="ko-KR" altLang="en-US"/>
              <a:t>주사위 </a:t>
            </a:r>
            <a:r>
              <a:rPr lang="ko-KR" altLang="en-US"/>
              <a:t>시스</a:t>
            </a:r>
            <a:r>
              <a:rPr lang="ko-KR" altLang="en-US"/>
              <a:t>템,</a:t>
            </a:r>
            <a:r>
              <a:rPr lang="ko-KR" altLang="en-US"/>
              <a:t> 이벤</a:t>
            </a:r>
            <a:r>
              <a:rPr lang="ko-KR" altLang="en-US"/>
              <a:t>트 시스템</a:t>
            </a:r>
            <a:endParaRPr lang="ko-KR" altLang="en-US"/>
          </a:p>
          <a:p>
            <a:pPr marL="228600" indent="-228600">
              <a:buFont typeface="Arial"/>
              <a:buChar char="•"/>
            </a:pPr>
            <a:endParaRPr lang="ko-KR" altLang="en-US"/>
          </a:p>
          <a:p>
            <a:pPr marL="228600" indent="-228600">
              <a:buFont typeface="Arial"/>
              <a:buChar char="•"/>
            </a:pPr>
            <a:r>
              <a:rPr lang="ko-KR" altLang="en-US"/>
              <a:t>3주</a:t>
            </a:r>
            <a:r>
              <a:rPr lang="ko-KR" altLang="en-US"/>
              <a:t>차:</a:t>
            </a:r>
            <a:r>
              <a:rPr lang="ko-KR" altLang="en-US"/>
              <a:t> </a:t>
            </a:r>
            <a:r>
              <a:rPr lang="ko-KR" altLang="en-US"/>
              <a:t>데이터 편집 </a:t>
            </a:r>
            <a:r>
              <a:rPr lang="ko-KR" altLang="en-US"/>
              <a:t>시스</a:t>
            </a:r>
            <a:r>
              <a:rPr lang="ko-KR" altLang="en-US"/>
              <a:t>템,</a:t>
            </a:r>
            <a:r>
              <a:rPr lang="ko-KR" altLang="en-US"/>
              <a:t> </a:t>
            </a:r>
            <a:r>
              <a:rPr lang="ko-KR" altLang="en-US"/>
              <a:t>초기 </a:t>
            </a:r>
            <a:r>
              <a:rPr lang="ko-KR" altLang="en-US"/>
              <a:t>플레이</a:t>
            </a:r>
            <a:r>
              <a:rPr lang="ko-KR" altLang="en-US"/>
              <a:t>어 </a:t>
            </a:r>
            <a:r>
              <a:rPr lang="ko-KR" altLang="en-US"/>
              <a:t>생</a:t>
            </a:r>
            <a:r>
              <a:rPr lang="ko-KR" altLang="en-US"/>
              <a:t>성</a:t>
            </a:r>
            <a:endParaRPr lang="ko-KR" altLang="en-US"/>
          </a:p>
          <a:p>
            <a:pPr marL="228600" indent="-228600">
              <a:buFont typeface="Arial"/>
              <a:buChar char="•"/>
            </a:pPr>
            <a:endParaRPr lang="ko-KR" altLang="en-US"/>
          </a:p>
          <a:p>
            <a:pPr marL="228600" indent="-228600">
              <a:buFont typeface="Arial"/>
              <a:buChar char="•"/>
            </a:pPr>
            <a:r>
              <a:rPr lang="ko-KR" altLang="en-US"/>
              <a:t>4주</a:t>
            </a:r>
            <a:r>
              <a:rPr lang="ko-KR" altLang="en-US"/>
              <a:t>차:</a:t>
            </a:r>
            <a:r>
              <a:rPr lang="ko-KR" altLang="en-US"/>
              <a:t> </a:t>
            </a:r>
            <a:r>
              <a:rPr lang="ko-KR" altLang="en-US"/>
              <a:t>S</a:t>
            </a:r>
            <a:r>
              <a:rPr lang="ko-KR" altLang="en-US"/>
              <a:t>treamlit </a:t>
            </a:r>
            <a:r>
              <a:rPr lang="ko-KR" altLang="en-US"/>
              <a:t>앱 </a:t>
            </a:r>
            <a:r>
              <a:rPr lang="ko-KR" altLang="en-US"/>
              <a:t>생</a:t>
            </a:r>
            <a:r>
              <a:rPr lang="ko-KR" altLang="en-US"/>
              <a:t>성</a:t>
            </a:r>
            <a:endParaRPr lang="ko-KR" altLang="en-US"/>
          </a:p>
          <a:p>
            <a:pPr marL="228600" indent="-228600">
              <a:buFont typeface="Arial"/>
              <a:buChar char="•"/>
            </a:pPr>
            <a:endParaRPr lang="ko-KR" altLang="en-US"/>
          </a:p>
          <a:p>
            <a:pPr marL="228600" indent="-228600">
              <a:buFont typeface="Arial"/>
              <a:buChar char="•"/>
            </a:pPr>
            <a:r>
              <a:rPr lang="ko-KR" altLang="en-US"/>
              <a:t>5주</a:t>
            </a:r>
            <a:r>
              <a:rPr lang="ko-KR" altLang="en-US"/>
              <a:t>차:</a:t>
            </a:r>
            <a:r>
              <a:rPr lang="ko-KR" altLang="en-US"/>
              <a:t> 스토</a:t>
            </a:r>
            <a:r>
              <a:rPr lang="ko-KR" altLang="en-US"/>
              <a:t>리 </a:t>
            </a:r>
            <a:r>
              <a:rPr lang="ko-KR" altLang="en-US"/>
              <a:t>TT</a:t>
            </a:r>
            <a:r>
              <a:rPr lang="ko-KR" altLang="en-US"/>
              <a:t>S</a:t>
            </a:r>
            <a:r>
              <a:rPr lang="ko-KR" altLang="en-US"/>
              <a:t>, </a:t>
            </a:r>
            <a:r>
              <a:rPr lang="ko-KR" altLang="en-US"/>
              <a:t>게임 </a:t>
            </a:r>
            <a:r>
              <a:rPr lang="ko-KR" altLang="en-US"/>
              <a:t>저</a:t>
            </a:r>
            <a:r>
              <a:rPr lang="ko-KR" altLang="en-US"/>
              <a:t>장 및 </a:t>
            </a:r>
            <a:r>
              <a:rPr lang="ko-KR" altLang="en-US"/>
              <a:t>불러오</a:t>
            </a:r>
            <a:r>
              <a:rPr lang="ko-KR" altLang="en-US"/>
              <a:t>기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/>
              <a:t>주요 </a:t>
            </a:r>
            <a:r>
              <a:rPr lang="ko-KR" altLang="en-US"/>
              <a:t>개</a:t>
            </a:r>
            <a:r>
              <a:rPr lang="ko-KR" altLang="en-US"/>
              <a:t>발 </a:t>
            </a:r>
            <a:r>
              <a:rPr lang="ko-KR" altLang="en-US"/>
              <a:t>코</a:t>
            </a:r>
            <a:r>
              <a:rPr lang="ko-KR" altLang="en-US"/>
              <a:t>드</a:t>
            </a:r>
            <a:endParaRPr lang="ko-KR" altLang="en-US"/>
          </a:p>
        </p:txBody>
      </p:sp>
      <p:sp>
        <p:nvSpPr>
          <p:cNvPr id="4" name="텍스트 상자 66"/>
          <p:cNvSpPr txBox="1">
            <a:spLocks/>
          </p:cNvSpPr>
          <p:nvPr/>
        </p:nvSpPr>
        <p:spPr>
          <a:xfrm>
            <a:off x="6257290" y="1550035"/>
            <a:ext cx="5455920" cy="230822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sz="1800">
                <a:latin typeface="맑은 고딕" charset="0"/>
                <a:ea typeface="맑은 고딕" charset="0"/>
              </a:rPr>
              <a:t>G</a:t>
            </a:r>
            <a:r>
              <a:rPr lang="ko-KR" sz="1800">
                <a:latin typeface="맑은 고딕" charset="0"/>
                <a:ea typeface="맑은 고딕" charset="0"/>
              </a:rPr>
              <a:t>ameManager 클래스의 Overall 함수</a:t>
            </a: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>
                <a:latin typeface="맑은 고딕" charset="0"/>
                <a:ea typeface="맑은 고딕" charset="0"/>
              </a:rPr>
              <a:t>게임의 전반적인 진행을 맡는 중요한 함수</a:t>
            </a: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>
                <a:latin typeface="맑은 고딕" charset="0"/>
                <a:ea typeface="맑은 고딕" charset="0"/>
              </a:rPr>
              <a:t>플레이어</a:t>
            </a:r>
            <a:r>
              <a:rPr lang="ko-KR" sz="1800">
                <a:latin typeface="맑은 고딕" charset="0"/>
                <a:ea typeface="맑은 고딕" charset="0"/>
              </a:rPr>
              <a:t>의 </a:t>
            </a:r>
            <a:r>
              <a:rPr lang="ko-KR" sz="1800">
                <a:latin typeface="맑은 고딕" charset="0"/>
                <a:ea typeface="맑은 고딕" charset="0"/>
              </a:rPr>
              <a:t>행동</a:t>
            </a:r>
            <a:r>
              <a:rPr lang="ko-KR" sz="1800">
                <a:latin typeface="맑은 고딕" charset="0"/>
                <a:ea typeface="맑은 고딕" charset="0"/>
              </a:rPr>
              <a:t>을 </a:t>
            </a:r>
            <a:r>
              <a:rPr lang="ko-KR" sz="1800">
                <a:latin typeface="맑은 고딕" charset="0"/>
                <a:ea typeface="맑은 고딕" charset="0"/>
              </a:rPr>
              <a:t>입력받을때마</a:t>
            </a:r>
            <a:r>
              <a:rPr lang="ko-KR" sz="1800">
                <a:latin typeface="맑은 고딕" charset="0"/>
                <a:ea typeface="맑은 고딕" charset="0"/>
              </a:rPr>
              <a:t>다 </a:t>
            </a:r>
            <a:r>
              <a:rPr lang="ko-KR" sz="1800">
                <a:latin typeface="맑은 고딕" charset="0"/>
                <a:ea typeface="맑은 고딕" charset="0"/>
              </a:rPr>
              <a:t>실행</a:t>
            </a:r>
            <a:r>
              <a:rPr lang="ko-KR" sz="1800">
                <a:latin typeface="맑은 고딕" charset="0"/>
                <a:ea typeface="맑은 고딕" charset="0"/>
              </a:rPr>
              <a:t>됨</a:t>
            </a: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>
                <a:latin typeface="맑은 고딕" charset="0"/>
                <a:ea typeface="맑은 고딕" charset="0"/>
              </a:rPr>
              <a:t>처리 </a:t>
            </a:r>
            <a:r>
              <a:rPr lang="ko-KR" sz="1800">
                <a:latin typeface="맑은 고딕" charset="0"/>
                <a:ea typeface="맑은 고딕" charset="0"/>
              </a:rPr>
              <a:t>순</a:t>
            </a:r>
            <a:r>
              <a:rPr lang="ko-KR" sz="1800">
                <a:latin typeface="맑은 고딕" charset="0"/>
                <a:ea typeface="맑은 고딕" charset="0"/>
              </a:rPr>
              <a:t>서:</a:t>
            </a:r>
            <a:r>
              <a:rPr lang="ko-KR" sz="1800">
                <a:latin typeface="맑은 고딕" charset="0"/>
                <a:ea typeface="맑은 고딕" charset="0"/>
              </a:rPr>
              <a:t> </a:t>
            </a:r>
            <a:r>
              <a:rPr lang="ko-KR" sz="1800">
                <a:latin typeface="맑은 고딕" charset="0"/>
                <a:ea typeface="맑은 고딕" charset="0"/>
              </a:rPr>
              <a:t>AI를 이용</a:t>
            </a:r>
            <a:r>
              <a:rPr lang="ko-KR" sz="1800">
                <a:latin typeface="맑은 고딕" charset="0"/>
                <a:ea typeface="맑은 고딕" charset="0"/>
              </a:rPr>
              <a:t>한</a:t>
            </a:r>
            <a:r>
              <a:rPr lang="ko-KR" sz="1800">
                <a:latin typeface="맑은 고딕" charset="0"/>
                <a:ea typeface="맑은 고딕" charset="0"/>
              </a:rPr>
              <a:t> 스토리 생성 -&gt; 이벤트 </a:t>
            </a:r>
            <a:r>
              <a:rPr lang="ko-KR" sz="1800">
                <a:latin typeface="맑은 고딕" charset="0"/>
                <a:ea typeface="맑은 고딕" charset="0"/>
              </a:rPr>
              <a:t>실행</a:t>
            </a: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>
                <a:latin typeface="맑은 고딕" charset="0"/>
                <a:ea typeface="맑은 고딕" charset="0"/>
              </a:rPr>
              <a:t>-&gt; </a:t>
            </a:r>
            <a:r>
              <a:rPr lang="ko-KR" sz="1800">
                <a:latin typeface="맑은 고딕" charset="0"/>
                <a:ea typeface="맑은 고딕" charset="0"/>
              </a:rPr>
              <a:t>게임 </a:t>
            </a:r>
            <a:r>
              <a:rPr lang="ko-KR" sz="1800">
                <a:latin typeface="맑은 고딕" charset="0"/>
                <a:ea typeface="맑은 고딕" charset="0"/>
              </a:rPr>
              <a:t>데이터 </a:t>
            </a:r>
            <a:r>
              <a:rPr lang="ko-KR" sz="1800">
                <a:latin typeface="맑은 고딕" charset="0"/>
                <a:ea typeface="맑은 고딕" charset="0"/>
              </a:rPr>
              <a:t>편집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grpSp>
        <p:nvGrpSpPr>
          <p:cNvPr id="6" name="그룹 68"/>
          <p:cNvGrpSpPr>
            <a:grpSpLocks/>
          </p:cNvGrpSpPr>
          <p:nvPr/>
        </p:nvGrpSpPr>
        <p:grpSpPr>
          <a:xfrm rot="0">
            <a:off x="916940" y="1421130"/>
            <a:ext cx="5224145" cy="4768850"/>
            <a:chOff x="916940" y="1421130"/>
            <a:chExt cx="5224145" cy="4768850"/>
          </a:xfrm>
        </p:grpSpPr>
        <p:pic>
          <p:nvPicPr>
            <p:cNvPr id="3" name="그림 65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916940" y="1421130"/>
              <a:ext cx="5224145" cy="4079875"/>
            </a:xfrm>
            <a:prstGeom prst="rect"/>
            <a:noFill/>
          </p:spPr>
        </p:pic>
        <p:pic>
          <p:nvPicPr>
            <p:cNvPr id="5" name="그림 67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49"/>
            <a:stretch>
              <a:fillRect/>
            </a:stretch>
          </p:blipFill>
          <p:spPr>
            <a:xfrm rot="0">
              <a:off x="916940" y="5502910"/>
              <a:ext cx="4271010" cy="687070"/>
            </a:xfrm>
            <a:prstGeom prst="rect"/>
            <a:noFill/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/>
              <a:t>프로그램 </a:t>
            </a:r>
            <a:r>
              <a:rPr lang="ko-KR" altLang="en-US"/>
              <a:t>화</a:t>
            </a:r>
            <a:r>
              <a:rPr lang="ko-KR" altLang="en-US"/>
              <a:t>면</a:t>
            </a:r>
            <a:endParaRPr lang="ko-KR" altLang="en-US"/>
          </a:p>
        </p:txBody>
      </p:sp>
      <p:pic>
        <p:nvPicPr>
          <p:cNvPr id="3" name="그림 1" descr="C:/Users/jayaj/AppData/Roaming/PolarisOffice/ETemp/12852_8584704/fImage1500111694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36930" y="2042795"/>
            <a:ext cx="7654925" cy="3950335"/>
          </a:xfrm>
          <a:prstGeom prst="rect"/>
          <a:noFill/>
          <a:ln w="19050" cap="flat" cmpd="sng">
            <a:solidFill>
              <a:schemeClr val="bg2">
                <a:alpha val="100000"/>
              </a:schemeClr>
            </a:solidFill>
            <a:prstDash val="solid"/>
            <a:round/>
          </a:ln>
        </p:spPr>
      </p:pic>
      <p:sp>
        <p:nvSpPr>
          <p:cNvPr id="4" name="텍스트 상자 7"/>
          <p:cNvSpPr txBox="1">
            <a:spLocks/>
          </p:cNvSpPr>
          <p:nvPr/>
        </p:nvSpPr>
        <p:spPr>
          <a:xfrm rot="0">
            <a:off x="836930" y="1581785"/>
            <a:ext cx="1631315" cy="46228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2400">
                <a:latin typeface="맑은 고딕" charset="0"/>
                <a:ea typeface="맑은 고딕" charset="0"/>
              </a:rPr>
              <a:t>게</a:t>
            </a:r>
            <a:r>
              <a:rPr lang="ko-KR" sz="2400">
                <a:latin typeface="맑은 고딕" charset="0"/>
                <a:ea typeface="맑은 고딕" charset="0"/>
              </a:rPr>
              <a:t>임 화면</a:t>
            </a:r>
            <a:endParaRPr lang="ko-KR" altLang="en-US" sz="24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맑은 고딕" charset="0"/>
                <a:ea typeface="맑은 고딕" charset="0"/>
                <a:cs typeface="+mj-cs"/>
              </a:rPr>
              <a:t>프로그램 </a:t>
            </a:r>
            <a:r>
              <a:rPr lang="ko-KR" altLang="en-US" sz="4400">
                <a:latin typeface="맑은 고딕" charset="0"/>
                <a:ea typeface="맑은 고딕" charset="0"/>
                <a:cs typeface="+mj-cs"/>
              </a:rPr>
              <a:t>화</a:t>
            </a:r>
            <a:r>
              <a:rPr lang="ko-KR" altLang="en-US" sz="4400">
                <a:latin typeface="맑은 고딕" charset="0"/>
                <a:ea typeface="맑은 고딕" charset="0"/>
                <a:cs typeface="+mj-cs"/>
              </a:rPr>
              <a:t>면</a:t>
            </a:r>
            <a:endParaRPr lang="ko-KR" altLang="en-US" sz="4400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4" name="Rect 0"/>
          <p:cNvSpPr txBox="1">
            <a:spLocks/>
          </p:cNvSpPr>
          <p:nvPr/>
        </p:nvSpPr>
        <p:spPr>
          <a:xfrm rot="0">
            <a:off x="836930" y="1581785"/>
            <a:ext cx="3354070" cy="462280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2400">
                <a:latin typeface="맑은 고딕" charset="0"/>
                <a:ea typeface="맑은 고딕" charset="0"/>
              </a:rPr>
              <a:t>플레이</a:t>
            </a:r>
            <a:r>
              <a:rPr lang="ko-KR" sz="2400">
                <a:latin typeface="맑은 고딕" charset="0"/>
                <a:ea typeface="맑은 고딕" charset="0"/>
              </a:rPr>
              <a:t>어 </a:t>
            </a:r>
            <a:r>
              <a:rPr lang="ko-KR" sz="2400">
                <a:latin typeface="맑은 고딕" charset="0"/>
                <a:ea typeface="맑은 고딕" charset="0"/>
              </a:rPr>
              <a:t>정</a:t>
            </a:r>
            <a:r>
              <a:rPr lang="ko-KR" sz="2400">
                <a:latin typeface="맑은 고딕" charset="0"/>
                <a:ea typeface="맑은 고딕" charset="0"/>
              </a:rPr>
              <a:t>보</a:t>
            </a:r>
            <a:endParaRPr lang="ko-KR" altLang="en-US" sz="2400">
              <a:latin typeface="맑은 고딕" charset="0"/>
              <a:ea typeface="맑은 고딕" charset="0"/>
            </a:endParaRPr>
          </a:p>
        </p:txBody>
      </p:sp>
      <p:pic>
        <p:nvPicPr>
          <p:cNvPr id="5" name="그림 8" descr="C:/Users/jayaj/AppData/Roaming/PolarisOffice/ETemp/12852_8584704/fImage80720174846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36930" y="2042795"/>
            <a:ext cx="8611870" cy="3950335"/>
          </a:xfrm>
          <a:prstGeom prst="rect"/>
          <a:noFill/>
          <a:ln w="19050" cap="flat" cmpd="sng">
            <a:solidFill>
              <a:schemeClr val="bg2">
                <a:alpha val="100000"/>
              </a:schemeClr>
            </a:solidFill>
            <a:prstDash val="solid"/>
            <a:rou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맑은 고딕" charset="0"/>
                <a:ea typeface="맑은 고딕" charset="0"/>
                <a:cs typeface="+mj-cs"/>
              </a:rPr>
              <a:t>프로그램 </a:t>
            </a:r>
            <a:r>
              <a:rPr lang="ko-KR" altLang="en-US" sz="4400">
                <a:latin typeface="맑은 고딕" charset="0"/>
                <a:ea typeface="맑은 고딕" charset="0"/>
                <a:cs typeface="+mj-cs"/>
              </a:rPr>
              <a:t>화</a:t>
            </a:r>
            <a:r>
              <a:rPr lang="ko-KR" altLang="en-US" sz="4400">
                <a:latin typeface="맑은 고딕" charset="0"/>
                <a:ea typeface="맑은 고딕" charset="0"/>
                <a:cs typeface="+mj-cs"/>
              </a:rPr>
              <a:t>면</a:t>
            </a:r>
            <a:endParaRPr lang="ko-KR" altLang="en-US" sz="4400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4" name="Rect 0"/>
          <p:cNvSpPr txBox="1">
            <a:spLocks/>
          </p:cNvSpPr>
          <p:nvPr/>
        </p:nvSpPr>
        <p:spPr>
          <a:xfrm rot="0">
            <a:off x="836930" y="1581785"/>
            <a:ext cx="3354070" cy="462280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2400">
                <a:latin typeface="맑은 고딕" charset="0"/>
                <a:ea typeface="맑은 고딕" charset="0"/>
              </a:rPr>
              <a:t>소</a:t>
            </a:r>
            <a:r>
              <a:rPr lang="ko-KR" sz="2400">
                <a:latin typeface="맑은 고딕" charset="0"/>
                <a:ea typeface="맑은 고딕" charset="0"/>
              </a:rPr>
              <a:t>유 </a:t>
            </a:r>
            <a:r>
              <a:rPr lang="ko-KR" sz="2400">
                <a:latin typeface="맑은 고딕" charset="0"/>
                <a:ea typeface="맑은 고딕" charset="0"/>
              </a:rPr>
              <a:t>아이</a:t>
            </a:r>
            <a:r>
              <a:rPr lang="ko-KR" sz="2400">
                <a:latin typeface="맑은 고딕" charset="0"/>
                <a:ea typeface="맑은 고딕" charset="0"/>
              </a:rPr>
              <a:t>템</a:t>
            </a:r>
            <a:endParaRPr lang="ko-KR" altLang="en-US" sz="2400">
              <a:latin typeface="맑은 고딕" charset="0"/>
              <a:ea typeface="맑은 고딕" charset="0"/>
            </a:endParaRPr>
          </a:p>
        </p:txBody>
      </p:sp>
      <p:pic>
        <p:nvPicPr>
          <p:cNvPr id="6" name="그림 12" descr="C:/Users/jayaj/AppData/Roaming/PolarisOffice/ETemp/12852_8584704/fImage61996178633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36930" y="2024380"/>
            <a:ext cx="8753475" cy="3949700"/>
          </a:xfrm>
          <a:prstGeom prst="rect"/>
          <a:noFill/>
          <a:ln w="19050" cap="flat" cmpd="sng">
            <a:solidFill>
              <a:schemeClr val="bg2">
                <a:alpha val="100000"/>
              </a:schemeClr>
            </a:solidFill>
            <a:prstDash val="solid"/>
            <a:rou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맑은 고딕" charset="0"/>
                <a:ea typeface="맑은 고딕" charset="0"/>
                <a:cs typeface="+mj-cs"/>
              </a:rPr>
              <a:t>프로그램 </a:t>
            </a:r>
            <a:r>
              <a:rPr lang="ko-KR" altLang="en-US" sz="4400">
                <a:latin typeface="맑은 고딕" charset="0"/>
                <a:ea typeface="맑은 고딕" charset="0"/>
                <a:cs typeface="+mj-cs"/>
              </a:rPr>
              <a:t>화</a:t>
            </a:r>
            <a:r>
              <a:rPr lang="ko-KR" altLang="en-US" sz="4400">
                <a:latin typeface="맑은 고딕" charset="0"/>
                <a:ea typeface="맑은 고딕" charset="0"/>
                <a:cs typeface="+mj-cs"/>
              </a:rPr>
              <a:t>면</a:t>
            </a:r>
            <a:endParaRPr lang="ko-KR" altLang="en-US" sz="4400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4" name="Rect 0"/>
          <p:cNvSpPr txBox="1">
            <a:spLocks/>
          </p:cNvSpPr>
          <p:nvPr/>
        </p:nvSpPr>
        <p:spPr>
          <a:xfrm rot="0">
            <a:off x="836930" y="1581785"/>
            <a:ext cx="3354070" cy="462280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2400">
                <a:latin typeface="맑은 고딕" charset="0"/>
                <a:ea typeface="맑은 고딕" charset="0"/>
              </a:rPr>
              <a:t>플레</a:t>
            </a:r>
            <a:r>
              <a:rPr lang="ko-KR" sz="2400">
                <a:latin typeface="맑은 고딕" charset="0"/>
                <a:ea typeface="맑은 고딕" charset="0"/>
              </a:rPr>
              <a:t>이 </a:t>
            </a:r>
            <a:r>
              <a:rPr lang="ko-KR" sz="2400">
                <a:latin typeface="맑은 고딕" charset="0"/>
                <a:ea typeface="맑은 고딕" charset="0"/>
              </a:rPr>
              <a:t>방</a:t>
            </a:r>
            <a:r>
              <a:rPr lang="ko-KR" sz="2400">
                <a:latin typeface="맑은 고딕" charset="0"/>
                <a:ea typeface="맑은 고딕" charset="0"/>
              </a:rPr>
              <a:t>법</a:t>
            </a:r>
            <a:endParaRPr lang="ko-KR" altLang="en-US" sz="2400">
              <a:latin typeface="맑은 고딕" charset="0"/>
              <a:ea typeface="맑은 고딕" charset="0"/>
            </a:endParaRPr>
          </a:p>
        </p:txBody>
      </p:sp>
      <p:pic>
        <p:nvPicPr>
          <p:cNvPr id="5" name="Picture " descr="C:/Users/jayaj/AppData/Roaming/PolarisOffice/ETemp/12852_8584704/fImage1260781816500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836295" y="2042795"/>
            <a:ext cx="7394575" cy="3950335"/>
          </a:xfrm>
          <a:prstGeom prst="rect"/>
          <a:noFill/>
          <a:ln w="19050" cap="flat" cmpd="sng">
            <a:solidFill>
              <a:schemeClr val="bg2">
                <a:alpha val="100000"/>
              </a:schemeClr>
            </a:solidFill>
            <a:prstDash val="solid"/>
            <a:rou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맑은 고딕" charset="0"/>
                <a:ea typeface="맑은 고딕" charset="0"/>
                <a:cs typeface="+mj-cs"/>
              </a:rPr>
              <a:t>프로그램 </a:t>
            </a:r>
            <a:r>
              <a:rPr lang="ko-KR" altLang="en-US" sz="4400">
                <a:latin typeface="맑은 고딕" charset="0"/>
                <a:ea typeface="맑은 고딕" charset="0"/>
                <a:cs typeface="+mj-cs"/>
              </a:rPr>
              <a:t>화</a:t>
            </a:r>
            <a:r>
              <a:rPr lang="ko-KR" altLang="en-US" sz="4400">
                <a:latin typeface="맑은 고딕" charset="0"/>
                <a:ea typeface="맑은 고딕" charset="0"/>
                <a:cs typeface="+mj-cs"/>
              </a:rPr>
              <a:t>면</a:t>
            </a:r>
            <a:endParaRPr lang="ko-KR" altLang="en-US" sz="4400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4" name="Rect 0"/>
          <p:cNvSpPr txBox="1">
            <a:spLocks/>
          </p:cNvSpPr>
          <p:nvPr/>
        </p:nvSpPr>
        <p:spPr>
          <a:xfrm rot="0">
            <a:off x="836930" y="1581785"/>
            <a:ext cx="3354070" cy="462280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2400">
                <a:latin typeface="맑은 고딕" charset="0"/>
                <a:ea typeface="맑은 고딕" charset="0"/>
              </a:rPr>
              <a:t>옵</a:t>
            </a:r>
            <a:r>
              <a:rPr lang="ko-KR" sz="2400">
                <a:latin typeface="맑은 고딕" charset="0"/>
                <a:ea typeface="맑은 고딕" charset="0"/>
              </a:rPr>
              <a:t>션</a:t>
            </a:r>
            <a:endParaRPr lang="ko-KR" altLang="en-US" sz="2400">
              <a:latin typeface="맑은 고딕" charset="0"/>
              <a:ea typeface="맑은 고딕" charset="0"/>
            </a:endParaRPr>
          </a:p>
        </p:txBody>
      </p:sp>
      <p:pic>
        <p:nvPicPr>
          <p:cNvPr id="5" name="Picture " descr="C:/Users/jayaj/AppData/Roaming/PolarisOffice/ETemp/12852_8584704/fImage62303184916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836930" y="2045335"/>
            <a:ext cx="9093835" cy="3307715"/>
          </a:xfrm>
          <a:prstGeom prst="rect"/>
          <a:noFill/>
          <a:ln w="19050" cap="flat" cmpd="sng">
            <a:solidFill>
              <a:schemeClr val="bg2">
                <a:alpha val="100000"/>
              </a:schemeClr>
            </a:solidFill>
            <a:prstDash val="solid"/>
            <a:rou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/>
              <a:t>결론 </a:t>
            </a:r>
            <a:r>
              <a:rPr lang="ko-KR" altLang="en-US"/>
              <a:t>/ 한계</a:t>
            </a:r>
            <a:r>
              <a:rPr lang="ko-KR" altLang="en-US"/>
              <a:t>점</a:t>
            </a:r>
            <a:endParaRPr lang="ko-KR" altLang="en-US"/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235" cy="5181600"/>
          </a:xfrm>
          <a:prstGeom prst="rect"/>
        </p:spPr>
        <p:txBody>
          <a:bodyPr wrap="square" lIns="91440" tIns="45720" rIns="91440" bIns="45720" numCol="1" vert="horz" anchor="t">
            <a:normAutofit fontScale="77500" lnSpcReduction="0"/>
          </a:bodyPr>
          <a:lstStyle/>
          <a:p>
            <a:pPr marL="228600" indent="-228600">
              <a:buFontTx/>
              <a:buNone/>
            </a:pPr>
            <a:r>
              <a:rPr lang="ko-KR" altLang="en-US"/>
              <a:t>강점</a:t>
            </a:r>
            <a:endParaRPr lang="ko-KR" altLang="en-US"/>
          </a:p>
          <a:p>
            <a:pPr marL="228600" indent="-228600">
              <a:buFontTx/>
              <a:buNone/>
            </a:pPr>
            <a:r>
              <a:rPr lang="ko-KR" altLang="en-US"/>
              <a:t> T</a:t>
            </a:r>
            <a:r>
              <a:rPr lang="ko-KR" altLang="en-US"/>
              <a:t>RPG</a:t>
            </a:r>
            <a:r>
              <a:rPr lang="ko-KR" altLang="en-US"/>
              <a:t>는 </a:t>
            </a:r>
            <a:r>
              <a:rPr lang="ko-KR" altLang="en-US"/>
              <a:t>여러</a:t>
            </a:r>
            <a:r>
              <a:rPr lang="ko-KR" altLang="en-US"/>
              <a:t>명이 </a:t>
            </a:r>
            <a:r>
              <a:rPr lang="ko-KR" altLang="en-US"/>
              <a:t>모여</a:t>
            </a:r>
            <a:r>
              <a:rPr lang="ko-KR" altLang="en-US"/>
              <a:t>서 </a:t>
            </a:r>
            <a:r>
              <a:rPr lang="ko-KR" altLang="en-US"/>
              <a:t>해야하는</a:t>
            </a:r>
            <a:r>
              <a:rPr lang="ko-KR" altLang="en-US"/>
              <a:t>데,</a:t>
            </a:r>
            <a:r>
              <a:rPr lang="ko-KR" altLang="en-US"/>
              <a:t> 혼자서</a:t>
            </a:r>
            <a:r>
              <a:rPr lang="ko-KR" altLang="en-US"/>
              <a:t>도 자유롭게 </a:t>
            </a:r>
            <a:r>
              <a:rPr lang="ko-KR" altLang="en-US"/>
              <a:t>플레</a:t>
            </a:r>
            <a:r>
              <a:rPr lang="ko-KR" altLang="en-US"/>
              <a:t>이</a:t>
            </a:r>
            <a:endParaRPr lang="ko-KR" altLang="en-US"/>
          </a:p>
          <a:p>
            <a:pPr marL="228600" indent="-228600">
              <a:buFontTx/>
              <a:buNone/>
            </a:pPr>
            <a:r>
              <a:rPr lang="ko-KR" altLang="en-US"/>
              <a:t> </a:t>
            </a:r>
            <a:r>
              <a:rPr lang="ko-KR" altLang="en-US"/>
              <a:t>할 수 있음</a:t>
            </a:r>
            <a:endParaRPr lang="ko-KR" altLang="en-US"/>
          </a:p>
          <a:p>
            <a:pPr marL="228600" indent="-228600">
              <a:buFontTx/>
              <a:buNone/>
            </a:pPr>
            <a:endParaRPr lang="ko-KR" altLang="en-US"/>
          </a:p>
          <a:p>
            <a:pPr marL="228600" indent="-228600">
              <a:buFontTx/>
              <a:buNone/>
            </a:pPr>
            <a:r>
              <a:rPr lang="ko-KR" altLang="en-US"/>
              <a:t>개선할 점</a:t>
            </a:r>
            <a:endParaRPr lang="ko-KR" altLang="en-US"/>
          </a:p>
          <a:p>
            <a:pPr marL="228600" indent="-228600">
              <a:buFontTx/>
              <a:buNone/>
            </a:pPr>
            <a:r>
              <a:rPr lang="ko-KR" altLang="en-US"/>
              <a:t> </a:t>
            </a:r>
            <a:r>
              <a:rPr lang="ko-KR" altLang="en-US"/>
              <a:t>기</a:t>
            </a:r>
            <a:r>
              <a:rPr lang="ko-KR" altLang="en-US"/>
              <a:t>존 </a:t>
            </a:r>
            <a:r>
              <a:rPr lang="ko-KR" altLang="en-US"/>
              <a:t>T</a:t>
            </a:r>
            <a:r>
              <a:rPr lang="ko-KR" altLang="en-US"/>
              <a:t>R</a:t>
            </a:r>
            <a:r>
              <a:rPr lang="ko-KR" altLang="en-US"/>
              <a:t>PG보</a:t>
            </a:r>
            <a:r>
              <a:rPr lang="ko-KR" altLang="en-US"/>
              <a:t>다 사용되는 </a:t>
            </a:r>
            <a:r>
              <a:rPr lang="ko-KR" altLang="en-US"/>
              <a:t>스</a:t>
            </a:r>
            <a:r>
              <a:rPr lang="ko-KR" altLang="en-US"/>
              <a:t>탯이 적으며 스토리가 </a:t>
            </a:r>
            <a:r>
              <a:rPr lang="ko-KR" altLang="en-US"/>
              <a:t>풍</a:t>
            </a:r>
            <a:r>
              <a:rPr lang="ko-KR" altLang="en-US"/>
              <a:t>부하지 </a:t>
            </a:r>
            <a:r>
              <a:rPr lang="ko-KR" altLang="en-US"/>
              <a:t>않</a:t>
            </a:r>
            <a:r>
              <a:rPr lang="ko-KR" altLang="en-US"/>
              <a:t>아</a:t>
            </a:r>
            <a:endParaRPr lang="ko-KR" altLang="en-US"/>
          </a:p>
          <a:p>
            <a:pPr marL="228600" indent="-228600">
              <a:buFontTx/>
              <a:buNone/>
            </a:pPr>
            <a:r>
              <a:rPr lang="ko-KR" altLang="en-US"/>
              <a:t> </a:t>
            </a:r>
            <a:r>
              <a:rPr lang="ko-KR" altLang="en-US"/>
              <a:t>게임이 </a:t>
            </a:r>
            <a:r>
              <a:rPr lang="ko-KR" altLang="en-US"/>
              <a:t>단순해</a:t>
            </a:r>
            <a:r>
              <a:rPr lang="ko-KR" altLang="en-US"/>
              <a:t>짐.</a:t>
            </a:r>
            <a:endParaRPr lang="ko-KR" altLang="en-US"/>
          </a:p>
          <a:p>
            <a:pPr marL="228600" indent="-228600">
              <a:buFontTx/>
              <a:buNone/>
            </a:pPr>
            <a:endParaRPr lang="ko-KR" altLang="en-US"/>
          </a:p>
          <a:p>
            <a:pPr marL="228600" indent="-228600">
              <a:buFontTx/>
              <a:buNone/>
            </a:pPr>
            <a:r>
              <a:rPr lang="ko-KR" altLang="en-US"/>
              <a:t>향</a:t>
            </a:r>
            <a:r>
              <a:rPr lang="ko-KR" altLang="en-US"/>
              <a:t>후 </a:t>
            </a:r>
            <a:r>
              <a:rPr lang="ko-KR" altLang="en-US"/>
              <a:t>계</a:t>
            </a:r>
            <a:r>
              <a:rPr lang="ko-KR" altLang="en-US"/>
              <a:t>획</a:t>
            </a:r>
            <a:endParaRPr lang="ko-KR" altLang="en-US"/>
          </a:p>
          <a:p>
            <a:pPr marL="228600" indent="-228600">
              <a:buFontTx/>
              <a:buNone/>
            </a:pPr>
            <a:r>
              <a:rPr lang="ko-KR" altLang="en-US"/>
              <a:t> </a:t>
            </a:r>
            <a:r>
              <a:rPr lang="ko-KR" altLang="en-US"/>
              <a:t>플레이어 </a:t>
            </a:r>
            <a:r>
              <a:rPr lang="ko-KR" altLang="en-US"/>
              <a:t>정보</a:t>
            </a:r>
            <a:r>
              <a:rPr lang="ko-KR" altLang="en-US"/>
              <a:t>를 </a:t>
            </a:r>
            <a:r>
              <a:rPr lang="ko-KR" altLang="en-US"/>
              <a:t>더</a:t>
            </a:r>
            <a:r>
              <a:rPr lang="ko-KR" altLang="en-US"/>
              <a:t>욱 </a:t>
            </a:r>
            <a:r>
              <a:rPr lang="ko-KR" altLang="en-US"/>
              <a:t>풍부하</a:t>
            </a:r>
            <a:r>
              <a:rPr lang="ko-KR" altLang="en-US"/>
              <a:t>게 만들고 </a:t>
            </a:r>
            <a:r>
              <a:rPr lang="ko-KR" altLang="en-US"/>
              <a:t>예</a:t>
            </a:r>
            <a:r>
              <a:rPr lang="ko-KR" altLang="en-US"/>
              <a:t>시 </a:t>
            </a:r>
            <a:r>
              <a:rPr lang="ko-KR" altLang="en-US"/>
              <a:t>스토리</a:t>
            </a:r>
            <a:r>
              <a:rPr lang="ko-KR" altLang="en-US"/>
              <a:t>를 </a:t>
            </a:r>
            <a:r>
              <a:rPr lang="ko-KR" altLang="en-US"/>
              <a:t>제공하</a:t>
            </a:r>
            <a:r>
              <a:rPr lang="ko-KR" altLang="en-US"/>
              <a:t>여</a:t>
            </a:r>
            <a:endParaRPr lang="ko-KR" altLang="en-US"/>
          </a:p>
          <a:p>
            <a:pPr marL="228600" indent="-228600">
              <a:buFontTx/>
              <a:buNone/>
            </a:pPr>
            <a:r>
              <a:rPr lang="ko-KR" altLang="en-US"/>
              <a:t> </a:t>
            </a:r>
            <a:r>
              <a:rPr lang="ko-KR" altLang="en-US"/>
              <a:t>스토리의 </a:t>
            </a:r>
            <a:r>
              <a:rPr lang="ko-KR" altLang="en-US"/>
              <a:t>방</a:t>
            </a:r>
            <a:r>
              <a:rPr lang="ko-KR" altLang="en-US"/>
              <a:t>향성을 </a:t>
            </a:r>
            <a:r>
              <a:rPr lang="ko-KR" altLang="en-US"/>
              <a:t>제</a:t>
            </a:r>
            <a:r>
              <a:rPr lang="ko-KR" altLang="en-US"/>
              <a:t>시.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13</Pages>
  <Paragraphs>1</Paragraphs>
  <Words>1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jayaja1010</dc:creator>
  <cp:lastModifiedBy>jayaja1010</cp:lastModifiedBy>
  <dc:title>PowerPoint 프레젠테이션</dc:title>
  <cp:version>10.105.286.56066</cp:version>
</cp:coreProperties>
</file>